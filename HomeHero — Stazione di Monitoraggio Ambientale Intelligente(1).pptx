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Liter"/>
      <p:regular r:id="rId21"/>
    </p:embeddedFont>
    <p:embeddedFont>
      <p:font typeface="Roboto Condensed"/>
      <p:regular r:id="rId22"/>
      <p:bold r:id="rId23"/>
      <p:italic r:id="rId24"/>
      <p:boldItalic r:id="rId25"/>
    </p:embeddedFont>
    <p:embeddedFont>
      <p:font typeface="Hubot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UoV917NRoT+usF0XujaiaqtsI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DD1CFB-4973-449C-BFD7-81E11C141818}">
  <a:tblStyle styleId="{AEDD1CFB-4973-449C-BFD7-81E11C1418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Condensed-regular.fntdata"/><Relationship Id="rId21" Type="http://schemas.openxmlformats.org/officeDocument/2006/relationships/font" Target="fonts/Liter-regular.fntdata"/><Relationship Id="rId24" Type="http://schemas.openxmlformats.org/officeDocument/2006/relationships/font" Target="fonts/RobotoCondensed-italic.fntdata"/><Relationship Id="rId23" Type="http://schemas.openxmlformats.org/officeDocument/2006/relationships/font" Target="fonts/RobotoCondense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ubotSans-regular.fntdata"/><Relationship Id="rId25" Type="http://schemas.openxmlformats.org/officeDocument/2006/relationships/font" Target="fonts/RobotoCondensed-boldItalic.fntdata"/><Relationship Id="rId28" Type="http://schemas.openxmlformats.org/officeDocument/2006/relationships/font" Target="fonts/HubotSans-italic.fntdata"/><Relationship Id="rId27" Type="http://schemas.openxmlformats.org/officeDocument/2006/relationships/font" Target="fonts/Hubot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ubot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Aggiungere soltanto i cognomi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Aggiungere i cognomi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hyperlink" Target="http://github.com/xxRelaXxx/HomeHero" TargetMode="External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-165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85098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pic>
        <p:nvPicPr>
          <p:cNvPr id="18" name="Google Shape;18;p1" title="homehero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387" y="146963"/>
            <a:ext cx="6059200" cy="656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4627959" y="2752725"/>
            <a:ext cx="293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HomeHero</a:t>
            </a:r>
            <a:endParaRPr b="0" i="0" sz="1600" u="none" cap="none" strike="noStrike"/>
          </a:p>
        </p:txBody>
      </p:sp>
      <p:sp>
        <p:nvSpPr>
          <p:cNvPr id="20" name="Google Shape;20;p1"/>
          <p:cNvSpPr/>
          <p:nvPr/>
        </p:nvSpPr>
        <p:spPr>
          <a:xfrm>
            <a:off x="3602534" y="34766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Stazione di Monitoraggio Ambientale Intelligente</a:t>
            </a:r>
            <a:endParaRPr b="0" i="0" sz="1600" u="none" cap="none" strike="noStrike"/>
          </a:p>
        </p:txBody>
      </p:sp>
      <p:sp>
        <p:nvSpPr>
          <p:cNvPr id="21" name="Google Shape;21;p1"/>
          <p:cNvSpPr/>
          <p:nvPr/>
        </p:nvSpPr>
        <p:spPr>
          <a:xfrm>
            <a:off x="4279850" y="3900488"/>
            <a:ext cx="3629025" cy="428625"/>
          </a:xfrm>
          <a:custGeom>
            <a:rect b="b" l="l" r="r" t="t"/>
            <a:pathLst>
              <a:path extrusionOk="0" h="428625" w="3629025">
                <a:moveTo>
                  <a:pt x="214313" y="0"/>
                </a:moveTo>
                <a:lnTo>
                  <a:pt x="3414713" y="0"/>
                </a:lnTo>
                <a:cubicBezTo>
                  <a:pt x="3532995" y="0"/>
                  <a:pt x="3629025" y="96030"/>
                  <a:pt x="3629025" y="214313"/>
                </a:cubicBezTo>
                <a:lnTo>
                  <a:pt x="3629025" y="214313"/>
                </a:lnTo>
                <a:cubicBezTo>
                  <a:pt x="3629025" y="332595"/>
                  <a:pt x="3532995" y="428625"/>
                  <a:pt x="34147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470350" y="3981450"/>
            <a:ext cx="324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Smart Weather Station con Dashboard IoT</a:t>
            </a:r>
            <a:endParaRPr b="0" i="0" sz="1600" u="none" cap="none" strike="noStrike"/>
          </a:p>
        </p:txBody>
      </p:sp>
      <p:sp>
        <p:nvSpPr>
          <p:cNvPr id="23" name="Google Shape;23;p1"/>
          <p:cNvSpPr/>
          <p:nvPr/>
        </p:nvSpPr>
        <p:spPr>
          <a:xfrm>
            <a:off x="4176117" y="4714875"/>
            <a:ext cx="6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Roman</a:t>
            </a:r>
            <a:endParaRPr b="0" i="0" sz="1600" u="none" cap="none" strike="noStrike"/>
          </a:p>
        </p:txBody>
      </p:sp>
      <p:sp>
        <p:nvSpPr>
          <p:cNvPr id="24" name="Google Shape;24;p1"/>
          <p:cNvSpPr/>
          <p:nvPr/>
        </p:nvSpPr>
        <p:spPr>
          <a:xfrm>
            <a:off x="4819204" y="471487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·</a:t>
            </a:r>
            <a:endParaRPr b="0" i="0" sz="1600" u="none" cap="none" strike="noStrike"/>
          </a:p>
        </p:txBody>
      </p:sp>
      <p:sp>
        <p:nvSpPr>
          <p:cNvPr id="25" name="Google Shape;25;p1"/>
          <p:cNvSpPr/>
          <p:nvPr/>
        </p:nvSpPr>
        <p:spPr>
          <a:xfrm>
            <a:off x="4975622" y="4714875"/>
            <a:ext cx="44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Luka</a:t>
            </a:r>
            <a:endParaRPr b="0" i="0" sz="1600" u="none" cap="none" strike="noStrike"/>
          </a:p>
        </p:txBody>
      </p:sp>
      <p:sp>
        <p:nvSpPr>
          <p:cNvPr id="26" name="Google Shape;26;p1"/>
          <p:cNvSpPr/>
          <p:nvPr/>
        </p:nvSpPr>
        <p:spPr>
          <a:xfrm>
            <a:off x="5453509" y="471487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·</a:t>
            </a:r>
            <a:endParaRPr b="0" i="0" sz="1600" u="none" cap="none" strike="noStrike"/>
          </a:p>
        </p:txBody>
      </p:sp>
      <p:sp>
        <p:nvSpPr>
          <p:cNvPr id="27" name="Google Shape;27;p1"/>
          <p:cNvSpPr/>
          <p:nvPr/>
        </p:nvSpPr>
        <p:spPr>
          <a:xfrm>
            <a:off x="5609927" y="4714875"/>
            <a:ext cx="6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Shaeek</a:t>
            </a:r>
            <a:endParaRPr b="0" i="0" sz="1600" u="none" cap="none" strike="noStrike"/>
          </a:p>
        </p:txBody>
      </p:sp>
      <p:sp>
        <p:nvSpPr>
          <p:cNvPr id="28" name="Google Shape;28;p1"/>
          <p:cNvSpPr/>
          <p:nvPr/>
        </p:nvSpPr>
        <p:spPr>
          <a:xfrm>
            <a:off x="6281142" y="471487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·</a:t>
            </a:r>
            <a:endParaRPr b="0" i="0" sz="1600" u="none" cap="none" strike="noStrike"/>
          </a:p>
        </p:txBody>
      </p:sp>
      <p:sp>
        <p:nvSpPr>
          <p:cNvPr id="29" name="Google Shape;29;p1"/>
          <p:cNvSpPr/>
          <p:nvPr/>
        </p:nvSpPr>
        <p:spPr>
          <a:xfrm>
            <a:off x="6437561" y="4714875"/>
            <a:ext cx="6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Matteo</a:t>
            </a:r>
            <a:endParaRPr b="0" i="0" sz="1600" u="none" cap="none" strike="noStrike"/>
          </a:p>
        </p:txBody>
      </p:sp>
      <p:sp>
        <p:nvSpPr>
          <p:cNvPr id="30" name="Google Shape;30;p1"/>
          <p:cNvSpPr/>
          <p:nvPr/>
        </p:nvSpPr>
        <p:spPr>
          <a:xfrm>
            <a:off x="7096125" y="471487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·</a:t>
            </a:r>
            <a:endParaRPr b="0" i="0" sz="1600" u="none" cap="none" strike="noStrike"/>
          </a:p>
        </p:txBody>
      </p:sp>
      <p:sp>
        <p:nvSpPr>
          <p:cNvPr id="31" name="Google Shape;31;p1"/>
          <p:cNvSpPr/>
          <p:nvPr/>
        </p:nvSpPr>
        <p:spPr>
          <a:xfrm>
            <a:off x="7252543" y="4714875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Andrea</a:t>
            </a:r>
            <a:endParaRPr b="0" i="0" sz="1600" u="none" cap="none" strike="noStrike"/>
          </a:p>
        </p:txBody>
      </p:sp>
      <p:sp>
        <p:nvSpPr>
          <p:cNvPr id="32" name="Google Shape;32;p1"/>
          <p:cNvSpPr/>
          <p:nvPr/>
        </p:nvSpPr>
        <p:spPr>
          <a:xfrm>
            <a:off x="5410200" y="5286375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26 marzo 2026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Chi siamo e cosa abbiamo costruito</a:t>
            </a:r>
            <a:endParaRPr b="0" i="0" sz="1600" u="none" cap="none" strike="noStrike"/>
          </a:p>
        </p:txBody>
      </p:sp>
      <p:sp>
        <p:nvSpPr>
          <p:cNvPr id="39" name="Google Shape;39;p2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40" name="Google Shape;40;p2"/>
          <p:cNvSpPr/>
          <p:nvPr/>
        </p:nvSpPr>
        <p:spPr>
          <a:xfrm>
            <a:off x="385763" y="1109663"/>
            <a:ext cx="5553075" cy="5362575"/>
          </a:xfrm>
          <a:custGeom>
            <a:rect b="b" l="l" r="r" t="t"/>
            <a:pathLst>
              <a:path extrusionOk="0" h="5362575" w="5553075">
                <a:moveTo>
                  <a:pt x="114276" y="0"/>
                </a:moveTo>
                <a:lnTo>
                  <a:pt x="5438799" y="0"/>
                </a:lnTo>
                <a:cubicBezTo>
                  <a:pt x="5501912" y="0"/>
                  <a:pt x="5553075" y="51163"/>
                  <a:pt x="5553075" y="114276"/>
                </a:cubicBezTo>
                <a:lnTo>
                  <a:pt x="5553075" y="5248299"/>
                </a:lnTo>
                <a:cubicBezTo>
                  <a:pt x="5553075" y="5311412"/>
                  <a:pt x="5501912" y="5362575"/>
                  <a:pt x="5438799" y="5362575"/>
                </a:cubicBezTo>
                <a:lnTo>
                  <a:pt x="114276" y="5362575"/>
                </a:lnTo>
                <a:cubicBezTo>
                  <a:pt x="51163" y="5362575"/>
                  <a:pt x="0" y="5311412"/>
                  <a:pt x="0" y="5248299"/>
                </a:cubicBezTo>
                <a:lnTo>
                  <a:pt x="0" y="114276"/>
                </a:lnTo>
                <a:cubicBezTo>
                  <a:pt x="0" y="51163"/>
                  <a:pt x="51163" y="0"/>
                  <a:pt x="11427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19125" y="1381125"/>
            <a:ext cx="285750" cy="228600"/>
          </a:xfrm>
          <a:custGeom>
            <a:rect b="b" l="l" r="r" t="t"/>
            <a:pathLst>
              <a:path extrusionOk="0" h="228600" w="28575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019175" y="1343025"/>
            <a:ext cx="1990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IL TEAM S.A.R.R.L.</a:t>
            </a:r>
            <a:endParaRPr b="0" i="0" sz="1600" u="none" cap="none" strike="noStrike"/>
          </a:p>
        </p:txBody>
      </p:sp>
      <p:sp>
        <p:nvSpPr>
          <p:cNvPr id="43" name="Google Shape;43;p2"/>
          <p:cNvSpPr/>
          <p:nvPr/>
        </p:nvSpPr>
        <p:spPr>
          <a:xfrm>
            <a:off x="638175" y="1838325"/>
            <a:ext cx="5067300" cy="685800"/>
          </a:xfrm>
          <a:custGeom>
            <a:rect b="b" l="l" r="r" t="t"/>
            <a:pathLst>
              <a:path extrusionOk="0" h="685800" w="5067300">
                <a:moveTo>
                  <a:pt x="38100" y="0"/>
                </a:moveTo>
                <a:lnTo>
                  <a:pt x="4991101" y="0"/>
                </a:lnTo>
                <a:cubicBezTo>
                  <a:pt x="5033184" y="0"/>
                  <a:pt x="5067300" y="34116"/>
                  <a:pt x="5067300" y="76199"/>
                </a:cubicBezTo>
                <a:lnTo>
                  <a:pt x="5067300" y="609601"/>
                </a:lnTo>
                <a:cubicBezTo>
                  <a:pt x="5067300" y="651684"/>
                  <a:pt x="5033184" y="685800"/>
                  <a:pt x="49911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38175" y="1838325"/>
            <a:ext cx="38100" cy="685800"/>
          </a:xfrm>
          <a:custGeom>
            <a:rect b="b" l="l" r="r" t="t"/>
            <a:pathLst>
              <a:path extrusionOk="0"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71525" y="1952625"/>
            <a:ext cx="1657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Roman</a:t>
            </a:r>
            <a:endParaRPr b="0" i="0" sz="160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771525" y="2219325"/>
            <a:ext cx="1638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Backend Lead &amp; Architetto</a:t>
            </a:r>
            <a:endParaRPr b="0" i="0" sz="1600" u="none" cap="none" strike="noStrike"/>
          </a:p>
        </p:txBody>
      </p:sp>
      <p:sp>
        <p:nvSpPr>
          <p:cNvPr id="47" name="Google Shape;47;p2"/>
          <p:cNvSpPr/>
          <p:nvPr/>
        </p:nvSpPr>
        <p:spPr>
          <a:xfrm>
            <a:off x="5400750" y="2102200"/>
            <a:ext cx="190357" cy="1905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38175" y="2638425"/>
            <a:ext cx="5067300" cy="685800"/>
          </a:xfrm>
          <a:custGeom>
            <a:rect b="b" l="l" r="r" t="t"/>
            <a:pathLst>
              <a:path extrusionOk="0" h="685800" w="5067300">
                <a:moveTo>
                  <a:pt x="38100" y="0"/>
                </a:moveTo>
                <a:lnTo>
                  <a:pt x="4991101" y="0"/>
                </a:lnTo>
                <a:cubicBezTo>
                  <a:pt x="5033184" y="0"/>
                  <a:pt x="5067300" y="34116"/>
                  <a:pt x="5067300" y="76199"/>
                </a:cubicBezTo>
                <a:lnTo>
                  <a:pt x="5067300" y="609601"/>
                </a:lnTo>
                <a:cubicBezTo>
                  <a:pt x="5067300" y="651684"/>
                  <a:pt x="5033184" y="685800"/>
                  <a:pt x="49911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38175" y="2638425"/>
            <a:ext cx="38100" cy="685800"/>
          </a:xfrm>
          <a:custGeom>
            <a:rect b="b" l="l" r="r" t="t"/>
            <a:pathLst>
              <a:path extrusionOk="0"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71525" y="2752725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Luka</a:t>
            </a:r>
            <a:endParaRPr b="0" i="0" sz="1600" u="none" cap="none" strike="noStrike"/>
          </a:p>
        </p:txBody>
      </p:sp>
      <p:sp>
        <p:nvSpPr>
          <p:cNvPr id="51" name="Google Shape;51;p2"/>
          <p:cNvSpPr/>
          <p:nvPr/>
        </p:nvSpPr>
        <p:spPr>
          <a:xfrm>
            <a:off x="771525" y="3019425"/>
            <a:ext cx="2677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Frontend Lead  &amp; Project Manager</a:t>
            </a:r>
            <a:endParaRPr b="0" i="0" sz="160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5400675" y="2886075"/>
            <a:ext cx="190500" cy="190500"/>
          </a:xfrm>
          <a:custGeom>
            <a:rect b="b" l="l" r="r" t="t"/>
            <a:pathLst>
              <a:path extrusionOk="0" h="152400" w="1905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171450" y="100013"/>
                </a:lnTo>
                <a:lnTo>
                  <a:pt x="152400" y="100013"/>
                </a:lnTo>
                <a:lnTo>
                  <a:pt x="152400" y="28575"/>
                </a:lnTo>
                <a:lnTo>
                  <a:pt x="38100" y="28575"/>
                </a:lnTo>
                <a:lnTo>
                  <a:pt x="38100" y="100013"/>
                </a:lnTo>
                <a:lnTo>
                  <a:pt x="19050" y="100013"/>
                </a:lnTo>
                <a:lnTo>
                  <a:pt x="19050" y="28575"/>
                </a:lnTo>
                <a:close/>
                <a:moveTo>
                  <a:pt x="0" y="120015"/>
                </a:moveTo>
                <a:cubicBezTo>
                  <a:pt x="0" y="116860"/>
                  <a:pt x="2560" y="114300"/>
                  <a:pt x="5715" y="114300"/>
                </a:cubicBezTo>
                <a:lnTo>
                  <a:pt x="184785" y="114300"/>
                </a:lnTo>
                <a:cubicBezTo>
                  <a:pt x="187940" y="114300"/>
                  <a:pt x="190500" y="116860"/>
                  <a:pt x="190500" y="120015"/>
                </a:cubicBezTo>
                <a:cubicBezTo>
                  <a:pt x="190500" y="132636"/>
                  <a:pt x="180261" y="142875"/>
                  <a:pt x="167640" y="142875"/>
                </a:cubicBezTo>
                <a:lnTo>
                  <a:pt x="22860" y="142875"/>
                </a:lnTo>
                <a:cubicBezTo>
                  <a:pt x="10239" y="142875"/>
                  <a:pt x="0" y="132636"/>
                  <a:pt x="0" y="120015"/>
                </a:cubicBezTo>
                <a:close/>
                <a:moveTo>
                  <a:pt x="83641" y="62210"/>
                </a:moveTo>
                <a:lnTo>
                  <a:pt x="74414" y="71438"/>
                </a:lnTo>
                <a:lnTo>
                  <a:pt x="83641" y="80665"/>
                </a:lnTo>
                <a:cubicBezTo>
                  <a:pt x="86439" y="83463"/>
                  <a:pt x="86439" y="87987"/>
                  <a:pt x="83641" y="90755"/>
                </a:cubicBezTo>
                <a:cubicBezTo>
                  <a:pt x="80843" y="93524"/>
                  <a:pt x="76319" y="93553"/>
                  <a:pt x="73551" y="90755"/>
                </a:cubicBezTo>
                <a:lnTo>
                  <a:pt x="59263" y="76468"/>
                </a:lnTo>
                <a:cubicBezTo>
                  <a:pt x="56465" y="73670"/>
                  <a:pt x="56465" y="69146"/>
                  <a:pt x="59263" y="66377"/>
                </a:cubicBezTo>
                <a:lnTo>
                  <a:pt x="73551" y="52090"/>
                </a:lnTo>
                <a:cubicBezTo>
                  <a:pt x="76349" y="49292"/>
                  <a:pt x="80873" y="49292"/>
                  <a:pt x="83641" y="52090"/>
                </a:cubicBezTo>
                <a:cubicBezTo>
                  <a:pt x="86410" y="54888"/>
                  <a:pt x="86439" y="59412"/>
                  <a:pt x="83641" y="62180"/>
                </a:cubicBezTo>
                <a:close/>
                <a:moveTo>
                  <a:pt x="116979" y="52090"/>
                </a:moveTo>
                <a:lnTo>
                  <a:pt x="131266" y="66377"/>
                </a:lnTo>
                <a:cubicBezTo>
                  <a:pt x="134064" y="69175"/>
                  <a:pt x="134064" y="73700"/>
                  <a:pt x="131266" y="76468"/>
                </a:cubicBezTo>
                <a:lnTo>
                  <a:pt x="116979" y="90755"/>
                </a:lnTo>
                <a:cubicBezTo>
                  <a:pt x="114181" y="93553"/>
                  <a:pt x="109657" y="93553"/>
                  <a:pt x="106888" y="90755"/>
                </a:cubicBezTo>
                <a:cubicBezTo>
                  <a:pt x="104120" y="87957"/>
                  <a:pt x="104090" y="83433"/>
                  <a:pt x="106888" y="80665"/>
                </a:cubicBezTo>
                <a:lnTo>
                  <a:pt x="116116" y="71438"/>
                </a:lnTo>
                <a:lnTo>
                  <a:pt x="106888" y="62210"/>
                </a:lnTo>
                <a:cubicBezTo>
                  <a:pt x="104090" y="59412"/>
                  <a:pt x="104090" y="54888"/>
                  <a:pt x="106888" y="52120"/>
                </a:cubicBezTo>
                <a:cubicBezTo>
                  <a:pt x="109686" y="49351"/>
                  <a:pt x="114211" y="49322"/>
                  <a:pt x="116979" y="5212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38175" y="3438525"/>
            <a:ext cx="5067300" cy="685800"/>
          </a:xfrm>
          <a:custGeom>
            <a:rect b="b" l="l" r="r" t="t"/>
            <a:pathLst>
              <a:path extrusionOk="0" h="685800" w="5067300">
                <a:moveTo>
                  <a:pt x="38100" y="0"/>
                </a:moveTo>
                <a:lnTo>
                  <a:pt x="4991101" y="0"/>
                </a:lnTo>
                <a:cubicBezTo>
                  <a:pt x="5033184" y="0"/>
                  <a:pt x="5067300" y="34116"/>
                  <a:pt x="5067300" y="76199"/>
                </a:cubicBezTo>
                <a:lnTo>
                  <a:pt x="5067300" y="609601"/>
                </a:lnTo>
                <a:cubicBezTo>
                  <a:pt x="5067300" y="651684"/>
                  <a:pt x="5033184" y="685800"/>
                  <a:pt x="49911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38175" y="3438525"/>
            <a:ext cx="38100" cy="685800"/>
          </a:xfrm>
          <a:custGeom>
            <a:rect b="b" l="l" r="r" t="t"/>
            <a:pathLst>
              <a:path extrusionOk="0"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71525" y="3552825"/>
            <a:ext cx="136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Shaeek</a:t>
            </a:r>
            <a:endParaRPr b="0" i="0" sz="16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771525" y="3819525"/>
            <a:ext cx="1343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Hardware &amp; Firmware</a:t>
            </a:r>
            <a:endParaRPr b="0" i="0" sz="16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5419725" y="3705225"/>
            <a:ext cx="152400" cy="152400"/>
          </a:xfrm>
          <a:custGeom>
            <a:rect b="b" l="l" r="r" t="t"/>
            <a:pathLst>
              <a:path extrusionOk="0" h="152400" w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38175" y="4238625"/>
            <a:ext cx="5067300" cy="685800"/>
          </a:xfrm>
          <a:custGeom>
            <a:rect b="b" l="l" r="r" t="t"/>
            <a:pathLst>
              <a:path extrusionOk="0" h="685800" w="5067300">
                <a:moveTo>
                  <a:pt x="38100" y="0"/>
                </a:moveTo>
                <a:lnTo>
                  <a:pt x="4991101" y="0"/>
                </a:lnTo>
                <a:cubicBezTo>
                  <a:pt x="5033184" y="0"/>
                  <a:pt x="5067300" y="34116"/>
                  <a:pt x="5067300" y="76199"/>
                </a:cubicBezTo>
                <a:lnTo>
                  <a:pt x="5067300" y="609601"/>
                </a:lnTo>
                <a:cubicBezTo>
                  <a:pt x="5067300" y="651684"/>
                  <a:pt x="5033184" y="685800"/>
                  <a:pt x="49911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38175" y="4238625"/>
            <a:ext cx="38100" cy="685800"/>
          </a:xfrm>
          <a:custGeom>
            <a:rect b="b" l="l" r="r" t="t"/>
            <a:pathLst>
              <a:path extrusionOk="0"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71525" y="4352925"/>
            <a:ext cx="141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Matteo </a:t>
            </a:r>
            <a:endParaRPr b="0" i="0" sz="16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71525" y="4619625"/>
            <a:ext cx="1400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QA &amp; Documentazione</a:t>
            </a:r>
            <a:endParaRPr b="0" i="0" sz="16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5438775" y="4505325"/>
            <a:ext cx="114300" cy="152400"/>
          </a:xfrm>
          <a:custGeom>
            <a:rect b="b" l="l" r="r" t="t"/>
            <a:pathLst>
              <a:path extrusionOk="0" h="152400" w="1143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82272" y="77599"/>
                </a:moveTo>
                <a:cubicBezTo>
                  <a:pt x="84356" y="74265"/>
                  <a:pt x="83344" y="69860"/>
                  <a:pt x="80010" y="67747"/>
                </a:cubicBezTo>
                <a:cubicBezTo>
                  <a:pt x="76676" y="65633"/>
                  <a:pt x="72271" y="66675"/>
                  <a:pt x="70158" y="70009"/>
                </a:cubicBezTo>
                <a:lnTo>
                  <a:pt x="51881" y="99268"/>
                </a:lnTo>
                <a:lnTo>
                  <a:pt x="43845" y="88553"/>
                </a:lnTo>
                <a:cubicBezTo>
                  <a:pt x="41464" y="85398"/>
                  <a:pt x="36999" y="84743"/>
                  <a:pt x="33844" y="87124"/>
                </a:cubicBezTo>
                <a:cubicBezTo>
                  <a:pt x="30688" y="89505"/>
                  <a:pt x="30034" y="93970"/>
                  <a:pt x="32415" y="97125"/>
                </a:cubicBezTo>
                <a:lnTo>
                  <a:pt x="46702" y="116175"/>
                </a:lnTo>
                <a:cubicBezTo>
                  <a:pt x="48101" y="118050"/>
                  <a:pt x="50363" y="119122"/>
                  <a:pt x="52715" y="119033"/>
                </a:cubicBezTo>
                <a:cubicBezTo>
                  <a:pt x="55066" y="118943"/>
                  <a:pt x="57210" y="117693"/>
                  <a:pt x="58460" y="115669"/>
                </a:cubicBezTo>
                <a:lnTo>
                  <a:pt x="82272" y="77569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38175" y="5038725"/>
            <a:ext cx="5067300" cy="685800"/>
          </a:xfrm>
          <a:custGeom>
            <a:rect b="b" l="l" r="r" t="t"/>
            <a:pathLst>
              <a:path extrusionOk="0" h="685800" w="5067300">
                <a:moveTo>
                  <a:pt x="38100" y="0"/>
                </a:moveTo>
                <a:lnTo>
                  <a:pt x="4991101" y="0"/>
                </a:lnTo>
                <a:cubicBezTo>
                  <a:pt x="5033184" y="0"/>
                  <a:pt x="5067300" y="34116"/>
                  <a:pt x="5067300" y="76199"/>
                </a:cubicBezTo>
                <a:lnTo>
                  <a:pt x="5067300" y="609601"/>
                </a:lnTo>
                <a:cubicBezTo>
                  <a:pt x="5067300" y="651684"/>
                  <a:pt x="5033184" y="685800"/>
                  <a:pt x="49911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38175" y="5038725"/>
            <a:ext cx="38100" cy="685800"/>
          </a:xfrm>
          <a:custGeom>
            <a:rect b="b" l="l" r="r" t="t"/>
            <a:pathLst>
              <a:path extrusionOk="0"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771525" y="5153025"/>
            <a:ext cx="99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 Togni</a:t>
            </a:r>
            <a:endParaRPr b="0" i="0" sz="16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771525" y="5457825"/>
            <a:ext cx="1657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UI/UX &amp; Analisi economica</a:t>
            </a:r>
            <a:endParaRPr b="0" i="0" sz="160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5410200" y="5305425"/>
            <a:ext cx="171450" cy="152400"/>
          </a:xfrm>
          <a:custGeom>
            <a:rect b="b" l="l" r="r" t="t"/>
            <a:pathLst>
              <a:path extrusionOk="0" h="152400" w="171450">
                <a:moveTo>
                  <a:pt x="143024" y="3066"/>
                </a:moveTo>
                <a:lnTo>
                  <a:pt x="77123" y="47030"/>
                </a:lnTo>
                <a:cubicBezTo>
                  <a:pt x="68461" y="52804"/>
                  <a:pt x="62954" y="62180"/>
                  <a:pt x="62061" y="72420"/>
                </a:cubicBezTo>
                <a:cubicBezTo>
                  <a:pt x="80605" y="76230"/>
                  <a:pt x="95220" y="90845"/>
                  <a:pt x="99060" y="109418"/>
                </a:cubicBezTo>
                <a:cubicBezTo>
                  <a:pt x="109329" y="108525"/>
                  <a:pt x="118676" y="103019"/>
                  <a:pt x="124450" y="94357"/>
                </a:cubicBezTo>
                <a:lnTo>
                  <a:pt x="168384" y="28426"/>
                </a:lnTo>
                <a:cubicBezTo>
                  <a:pt x="170378" y="25420"/>
                  <a:pt x="171450" y="21908"/>
                  <a:pt x="171450" y="18276"/>
                </a:cubicBezTo>
                <a:cubicBezTo>
                  <a:pt x="171450" y="8186"/>
                  <a:pt x="163264" y="0"/>
                  <a:pt x="153174" y="0"/>
                </a:cubicBezTo>
                <a:cubicBezTo>
                  <a:pt x="149572" y="0"/>
                  <a:pt x="146030" y="1072"/>
                  <a:pt x="143024" y="3066"/>
                </a:cubicBezTo>
                <a:close/>
                <a:moveTo>
                  <a:pt x="85725" y="119062"/>
                </a:moveTo>
                <a:cubicBezTo>
                  <a:pt x="85725" y="100638"/>
                  <a:pt x="70812" y="85725"/>
                  <a:pt x="52388" y="85725"/>
                </a:cubicBezTo>
                <a:cubicBezTo>
                  <a:pt x="33963" y="85725"/>
                  <a:pt x="19050" y="100638"/>
                  <a:pt x="19050" y="119062"/>
                </a:cubicBezTo>
                <a:cubicBezTo>
                  <a:pt x="19050" y="120223"/>
                  <a:pt x="19110" y="121384"/>
                  <a:pt x="19229" y="122515"/>
                </a:cubicBezTo>
                <a:cubicBezTo>
                  <a:pt x="19764" y="127724"/>
                  <a:pt x="16192" y="133350"/>
                  <a:pt x="10954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52388" y="152400"/>
                </a:lnTo>
                <a:cubicBezTo>
                  <a:pt x="70812" y="152400"/>
                  <a:pt x="85725" y="137487"/>
                  <a:pt x="85725" y="119062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253163" y="1109663"/>
            <a:ext cx="5553075" cy="2600325"/>
          </a:xfrm>
          <a:custGeom>
            <a:rect b="b" l="l" r="r" t="t"/>
            <a:pathLst>
              <a:path extrusionOk="0" h="2600325" w="5553075">
                <a:moveTo>
                  <a:pt x="114310" y="0"/>
                </a:moveTo>
                <a:lnTo>
                  <a:pt x="5438765" y="0"/>
                </a:lnTo>
                <a:cubicBezTo>
                  <a:pt x="5501897" y="0"/>
                  <a:pt x="5553075" y="51178"/>
                  <a:pt x="5553075" y="114310"/>
                </a:cubicBezTo>
                <a:lnTo>
                  <a:pt x="5553075" y="2486015"/>
                </a:lnTo>
                <a:cubicBezTo>
                  <a:pt x="5553075" y="2549147"/>
                  <a:pt x="5501897" y="2600325"/>
                  <a:pt x="5438765" y="2600325"/>
                </a:cubicBezTo>
                <a:lnTo>
                  <a:pt x="114310" y="2600325"/>
                </a:lnTo>
                <a:cubicBezTo>
                  <a:pt x="51178" y="2600325"/>
                  <a:pt x="0" y="2549147"/>
                  <a:pt x="0" y="2486015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505575" y="1800225"/>
            <a:ext cx="5067300" cy="1495425"/>
          </a:xfrm>
          <a:custGeom>
            <a:rect b="b" l="l" r="r" t="t"/>
            <a:pathLst>
              <a:path extrusionOk="0" h="1495425" w="5067300">
                <a:moveTo>
                  <a:pt x="38100" y="0"/>
                </a:moveTo>
                <a:lnTo>
                  <a:pt x="4991093" y="0"/>
                </a:lnTo>
                <a:cubicBezTo>
                  <a:pt x="5033181" y="0"/>
                  <a:pt x="5067300" y="34119"/>
                  <a:pt x="5067300" y="76207"/>
                </a:cubicBezTo>
                <a:lnTo>
                  <a:pt x="5067300" y="1419218"/>
                </a:lnTo>
                <a:cubicBezTo>
                  <a:pt x="5067300" y="1461306"/>
                  <a:pt x="5033181" y="1495425"/>
                  <a:pt x="4991093" y="1495425"/>
                </a:cubicBez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505575" y="1800225"/>
            <a:ext cx="38100" cy="1495425"/>
          </a:xfrm>
          <a:custGeom>
            <a:rect b="b" l="l" r="r" t="t"/>
            <a:pathLst>
              <a:path extrusionOk="0" h="1495425" w="38100">
                <a:moveTo>
                  <a:pt x="3810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715125" y="1990725"/>
            <a:ext cx="4752975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"Un ESP32 fisico legge </a:t>
            </a: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6 parametri ambientali</a:t>
            </a: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ogni </a:t>
            </a: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10 secondi</a:t>
            </a: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, li invia a una </a:t>
            </a: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REST API su cloud</a:t>
            </a: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, li salva in </a:t>
            </a: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PostgreSQL</a:t>
            </a: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, e li mostra in una </a:t>
            </a: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dashboard React</a:t>
            </a: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accessibile da browser."</a:t>
            </a:r>
            <a:endParaRPr b="0" i="0" sz="16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6253163" y="3943350"/>
            <a:ext cx="5553075" cy="1447800"/>
          </a:xfrm>
          <a:custGeom>
            <a:rect b="b" l="l" r="r" t="t"/>
            <a:pathLst>
              <a:path extrusionOk="0" h="1447800" w="5553075">
                <a:moveTo>
                  <a:pt x="114304" y="0"/>
                </a:moveTo>
                <a:lnTo>
                  <a:pt x="5438771" y="0"/>
                </a:lnTo>
                <a:cubicBezTo>
                  <a:pt x="5501899" y="0"/>
                  <a:pt x="5553075" y="51176"/>
                  <a:pt x="5553075" y="114304"/>
                </a:cubicBezTo>
                <a:lnTo>
                  <a:pt x="5553075" y="1333496"/>
                </a:lnTo>
                <a:cubicBezTo>
                  <a:pt x="5553075" y="1396624"/>
                  <a:pt x="5501899" y="1447800"/>
                  <a:pt x="543877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543675" y="4195763"/>
            <a:ext cx="171450" cy="228600"/>
          </a:xfrm>
          <a:custGeom>
            <a:rect b="b" l="l" r="r" t="t"/>
            <a:pathLst>
              <a:path extrusionOk="0" h="228600" w="17145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886575" y="4176712"/>
            <a:ext cx="1495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Concetto Chiave</a:t>
            </a:r>
            <a:endParaRPr b="0" i="0" sz="16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6486525" y="4595813"/>
            <a:ext cx="51720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Ogni membro ha lavorato su una parte </a:t>
            </a: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separata </a:t>
            </a: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 tutto si integra in un </a:t>
            </a: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unico sistema </a:t>
            </a:r>
            <a:r>
              <a:rPr b="0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60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6253163" y="5624513"/>
            <a:ext cx="1743075" cy="847725"/>
          </a:xfrm>
          <a:custGeom>
            <a:rect b="b" l="l" r="r" t="t"/>
            <a:pathLst>
              <a:path extrusionOk="0" h="847725" w="1743075">
                <a:moveTo>
                  <a:pt x="76202" y="0"/>
                </a:moveTo>
                <a:lnTo>
                  <a:pt x="1666873" y="0"/>
                </a:lnTo>
                <a:cubicBezTo>
                  <a:pt x="1708930" y="0"/>
                  <a:pt x="1743075" y="34145"/>
                  <a:pt x="1743075" y="76202"/>
                </a:cubicBezTo>
                <a:lnTo>
                  <a:pt x="1743075" y="771523"/>
                </a:lnTo>
                <a:cubicBezTo>
                  <a:pt x="1743075" y="813580"/>
                  <a:pt x="1708930" y="847725"/>
                  <a:pt x="16668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6338888" y="5781675"/>
            <a:ext cx="1571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6</a:t>
            </a:r>
            <a:endParaRPr b="0" i="0" sz="1600" u="none" cap="none" strike="noStrike"/>
          </a:p>
        </p:txBody>
      </p:sp>
      <p:sp>
        <p:nvSpPr>
          <p:cNvPr id="78" name="Google Shape;78;p2"/>
          <p:cNvSpPr/>
          <p:nvPr/>
        </p:nvSpPr>
        <p:spPr>
          <a:xfrm>
            <a:off x="6376988" y="6124575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Sensori</a:t>
            </a:r>
            <a:endParaRPr b="0" i="0" sz="1600" u="none" cap="none" strike="noStrike"/>
          </a:p>
        </p:txBody>
      </p:sp>
      <p:sp>
        <p:nvSpPr>
          <p:cNvPr id="79" name="Google Shape;79;p2"/>
          <p:cNvSpPr/>
          <p:nvPr/>
        </p:nvSpPr>
        <p:spPr>
          <a:xfrm>
            <a:off x="8158163" y="5624513"/>
            <a:ext cx="1743075" cy="847725"/>
          </a:xfrm>
          <a:custGeom>
            <a:rect b="b" l="l" r="r" t="t"/>
            <a:pathLst>
              <a:path extrusionOk="0" h="847725" w="1743075">
                <a:moveTo>
                  <a:pt x="76202" y="0"/>
                </a:moveTo>
                <a:lnTo>
                  <a:pt x="1666873" y="0"/>
                </a:lnTo>
                <a:cubicBezTo>
                  <a:pt x="1708930" y="0"/>
                  <a:pt x="1743075" y="34145"/>
                  <a:pt x="1743075" y="76202"/>
                </a:cubicBezTo>
                <a:lnTo>
                  <a:pt x="1743075" y="771523"/>
                </a:lnTo>
                <a:cubicBezTo>
                  <a:pt x="1743075" y="813580"/>
                  <a:pt x="1708930" y="847725"/>
                  <a:pt x="16668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243888" y="5781675"/>
            <a:ext cx="1571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10s</a:t>
            </a:r>
            <a:endParaRPr b="0" i="0" sz="1600" u="none" cap="none" strike="noStrike"/>
          </a:p>
        </p:txBody>
      </p:sp>
      <p:sp>
        <p:nvSpPr>
          <p:cNvPr id="81" name="Google Shape;81;p2"/>
          <p:cNvSpPr/>
          <p:nvPr/>
        </p:nvSpPr>
        <p:spPr>
          <a:xfrm>
            <a:off x="8281987" y="6124575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Intervallo</a:t>
            </a:r>
            <a:endParaRPr b="0" i="0" sz="1600" u="none" cap="none" strike="noStrike"/>
          </a:p>
        </p:txBody>
      </p:sp>
      <p:sp>
        <p:nvSpPr>
          <p:cNvPr id="82" name="Google Shape;82;p2"/>
          <p:cNvSpPr/>
          <p:nvPr/>
        </p:nvSpPr>
        <p:spPr>
          <a:xfrm>
            <a:off x="10063163" y="5624513"/>
            <a:ext cx="1743075" cy="847725"/>
          </a:xfrm>
          <a:custGeom>
            <a:rect b="b" l="l" r="r" t="t"/>
            <a:pathLst>
              <a:path extrusionOk="0" h="847725" w="1743075">
                <a:moveTo>
                  <a:pt x="76202" y="0"/>
                </a:moveTo>
                <a:lnTo>
                  <a:pt x="1666873" y="0"/>
                </a:lnTo>
                <a:cubicBezTo>
                  <a:pt x="1708930" y="0"/>
                  <a:pt x="1743075" y="34145"/>
                  <a:pt x="1743075" y="76202"/>
                </a:cubicBezTo>
                <a:lnTo>
                  <a:pt x="1743075" y="771523"/>
                </a:lnTo>
                <a:cubicBezTo>
                  <a:pt x="1743075" y="813580"/>
                  <a:pt x="1708930" y="847725"/>
                  <a:pt x="16668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10148888" y="5781675"/>
            <a:ext cx="1571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10186988" y="6124575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Cloud</a:t>
            </a:r>
            <a:endParaRPr b="0" i="0" sz="160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6543675" y="1343025"/>
            <a:ext cx="294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HOMEHERO IN UNA FRASE</a:t>
            </a:r>
            <a:endParaRPr b="0" i="0" sz="1600" u="none" cap="none" strike="noStrike"/>
          </a:p>
        </p:txBody>
      </p:sp>
      <p:pic>
        <p:nvPicPr>
          <p:cNvPr id="86" name="Google Shape;8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875" y="52387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/>
          <p:cNvPicPr preferRelativeResize="0"/>
          <p:nvPr/>
        </p:nvPicPr>
        <p:blipFill rotWithShape="1">
          <a:blip r:embed="rId4">
            <a:alphaModFix/>
          </a:blip>
          <a:srcRect b="13856" l="22580" r="27661" t="14351"/>
          <a:stretch/>
        </p:blipFill>
        <p:spPr>
          <a:xfrm>
            <a:off x="5054200" y="2049347"/>
            <a:ext cx="285752" cy="27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7650" y="2033888"/>
            <a:ext cx="285749" cy="29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9875" y="2854215"/>
            <a:ext cx="285752" cy="25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07651" y="2886075"/>
            <a:ext cx="31142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07650" y="5234275"/>
            <a:ext cx="311425" cy="31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01100" y="2840375"/>
            <a:ext cx="285750" cy="2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10">
            <a:alphaModFix/>
          </a:blip>
          <a:srcRect b="17743" l="0" r="0" t="0"/>
          <a:stretch/>
        </p:blipFill>
        <p:spPr>
          <a:xfrm flipH="1">
            <a:off x="5071151" y="3654315"/>
            <a:ext cx="251861" cy="25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37438" y="3639635"/>
            <a:ext cx="251851" cy="283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54200" y="4438652"/>
            <a:ext cx="285750" cy="2857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2"/>
          <p:cNvGrpSpPr/>
          <p:nvPr/>
        </p:nvGrpSpPr>
        <p:grpSpPr>
          <a:xfrm>
            <a:off x="4664802" y="4467237"/>
            <a:ext cx="371431" cy="228570"/>
            <a:chOff x="-400125" y="4848225"/>
            <a:chExt cx="1419300" cy="873404"/>
          </a:xfrm>
        </p:grpSpPr>
        <p:sp>
          <p:nvSpPr>
            <p:cNvPr id="97" name="Google Shape;97;p2"/>
            <p:cNvSpPr/>
            <p:nvPr/>
          </p:nvSpPr>
          <p:spPr>
            <a:xfrm>
              <a:off x="-390525" y="4848225"/>
              <a:ext cx="1400100" cy="873300"/>
            </a:xfrm>
            <a:prstGeom prst="roundRect">
              <a:avLst>
                <a:gd fmla="val 11634" name="adj"/>
              </a:avLst>
            </a:prstGeom>
            <a:solidFill>
              <a:schemeClr val="lt2"/>
            </a:solidFill>
            <a:ln cap="flat" cmpd="sng" w="25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925" lIns="23925" spcFirstLastPara="1" rIns="23925" wrap="square" tIns="23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6"/>
            </a:p>
          </p:txBody>
        </p:sp>
        <p:pic>
          <p:nvPicPr>
            <p:cNvPr id="98" name="Google Shape;98;p2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-400125" y="4848225"/>
              <a:ext cx="1419300" cy="8734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Come è cresciuto il team — Modello di Tuckman</a:t>
            </a:r>
            <a:endParaRPr b="0" i="0" sz="1600" u="none" cap="none" strike="noStrike"/>
          </a:p>
        </p:txBody>
      </p:sp>
      <p:sp>
        <p:nvSpPr>
          <p:cNvPr id="105" name="Google Shape;105;p10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106" name="Google Shape;106;p10"/>
          <p:cNvSpPr/>
          <p:nvPr/>
        </p:nvSpPr>
        <p:spPr>
          <a:xfrm>
            <a:off x="385763" y="1482088"/>
            <a:ext cx="11420475" cy="2420779"/>
          </a:xfrm>
          <a:custGeom>
            <a:rect b="b" l="l" r="r" t="t"/>
            <a:pathLst>
              <a:path extrusionOk="0" h="2105025" w="1142047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1990722"/>
                </a:lnTo>
                <a:cubicBezTo>
                  <a:pt x="11420475" y="2053808"/>
                  <a:pt x="11369258" y="2105025"/>
                  <a:pt x="11306172" y="2105025"/>
                </a:cubicBezTo>
                <a:lnTo>
                  <a:pt x="114303" y="2105025"/>
                </a:lnTo>
                <a:cubicBezTo>
                  <a:pt x="51217" y="2105025"/>
                  <a:pt x="0" y="2053808"/>
                  <a:pt x="0" y="1990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628649" y="1761670"/>
            <a:ext cx="438150" cy="503873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716905" y="1860346"/>
            <a:ext cx="352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🔵</a:t>
            </a:r>
            <a:endParaRPr b="0" i="0" sz="1600" u="none" cap="none" strike="noStrike"/>
          </a:p>
        </p:txBody>
      </p:sp>
      <p:sp>
        <p:nvSpPr>
          <p:cNvPr id="109" name="Google Shape;109;p10"/>
          <p:cNvSpPr/>
          <p:nvPr/>
        </p:nvSpPr>
        <p:spPr>
          <a:xfrm>
            <a:off x="1190625" y="1750706"/>
            <a:ext cx="1305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FORMING</a:t>
            </a:r>
            <a:endParaRPr b="0" i="0" sz="1600" u="none" cap="none" strike="noStrike"/>
          </a:p>
        </p:txBody>
      </p:sp>
      <p:sp>
        <p:nvSpPr>
          <p:cNvPr id="110" name="Google Shape;110;p10"/>
          <p:cNvSpPr/>
          <p:nvPr/>
        </p:nvSpPr>
        <p:spPr>
          <a:xfrm>
            <a:off x="1190625" y="2057699"/>
            <a:ext cx="1276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dic 2025 – gen 2026</a:t>
            </a:r>
            <a:endParaRPr b="0" i="0" sz="1600" u="none" cap="none" strike="noStrike"/>
          </a:p>
        </p:txBody>
      </p:sp>
      <p:sp>
        <p:nvSpPr>
          <p:cNvPr id="111" name="Google Shape;111;p10"/>
          <p:cNvSpPr/>
          <p:nvPr/>
        </p:nvSpPr>
        <p:spPr>
          <a:xfrm>
            <a:off x="2614613" y="1882275"/>
            <a:ext cx="228600" cy="262890"/>
          </a:xfrm>
          <a:custGeom>
            <a:rect b="b" l="l" r="r" t="t"/>
            <a:pathLst>
              <a:path extrusionOk="0" h="228600" w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3063329" y="1761670"/>
            <a:ext cx="438150" cy="503873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 cap="flat" cmpd="sng" w="254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3151584" y="1860346"/>
            <a:ext cx="352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⚡</a:t>
            </a:r>
            <a:endParaRPr b="0" i="0" sz="1600" u="none" cap="none" strike="noStrike"/>
          </a:p>
        </p:txBody>
      </p:sp>
      <p:sp>
        <p:nvSpPr>
          <p:cNvPr id="114" name="Google Shape;114;p10"/>
          <p:cNvSpPr/>
          <p:nvPr/>
        </p:nvSpPr>
        <p:spPr>
          <a:xfrm>
            <a:off x="3625304" y="1750706"/>
            <a:ext cx="1076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STORMING</a:t>
            </a:r>
            <a:endParaRPr b="0" i="0" sz="1600" u="none" cap="none" strike="noStrike"/>
          </a:p>
        </p:txBody>
      </p:sp>
      <p:sp>
        <p:nvSpPr>
          <p:cNvPr id="115" name="Google Shape;115;p10"/>
          <p:cNvSpPr/>
          <p:nvPr/>
        </p:nvSpPr>
        <p:spPr>
          <a:xfrm>
            <a:off x="3625304" y="2057699"/>
            <a:ext cx="104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gen – feb 2026</a:t>
            </a:r>
            <a:endParaRPr b="0" i="0" sz="1600" u="none" cap="none" strike="noStrike"/>
          </a:p>
        </p:txBody>
      </p:sp>
      <p:sp>
        <p:nvSpPr>
          <p:cNvPr id="116" name="Google Shape;116;p10"/>
          <p:cNvSpPr/>
          <p:nvPr/>
        </p:nvSpPr>
        <p:spPr>
          <a:xfrm>
            <a:off x="4816227" y="1882275"/>
            <a:ext cx="228600" cy="262890"/>
          </a:xfrm>
          <a:custGeom>
            <a:rect b="b" l="l" r="r" t="t"/>
            <a:pathLst>
              <a:path extrusionOk="0" h="228600" w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5265093" y="1761670"/>
            <a:ext cx="438150" cy="503873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5353348" y="1860346"/>
            <a:ext cx="352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🤝</a:t>
            </a:r>
            <a:endParaRPr b="0" i="0" sz="1600" u="none" cap="none" strike="noStrike"/>
          </a:p>
        </p:txBody>
      </p:sp>
      <p:sp>
        <p:nvSpPr>
          <p:cNvPr id="119" name="Google Shape;119;p10"/>
          <p:cNvSpPr/>
          <p:nvPr/>
        </p:nvSpPr>
        <p:spPr>
          <a:xfrm>
            <a:off x="5827068" y="1750706"/>
            <a:ext cx="981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NORMING</a:t>
            </a:r>
            <a:endParaRPr b="0" i="0" sz="1600" u="none" cap="none" strike="noStrike"/>
          </a:p>
        </p:txBody>
      </p:sp>
      <p:sp>
        <p:nvSpPr>
          <p:cNvPr id="120" name="Google Shape;120;p10"/>
          <p:cNvSpPr/>
          <p:nvPr/>
        </p:nvSpPr>
        <p:spPr>
          <a:xfrm>
            <a:off x="5827068" y="2057699"/>
            <a:ext cx="952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feb 2026</a:t>
            </a:r>
            <a:endParaRPr b="0" i="0" sz="1600" u="none" cap="none" strike="noStrike"/>
          </a:p>
        </p:txBody>
      </p:sp>
      <p:sp>
        <p:nvSpPr>
          <p:cNvPr id="121" name="Google Shape;121;p10"/>
          <p:cNvSpPr/>
          <p:nvPr/>
        </p:nvSpPr>
        <p:spPr>
          <a:xfrm>
            <a:off x="6925419" y="1882275"/>
            <a:ext cx="228600" cy="262890"/>
          </a:xfrm>
          <a:custGeom>
            <a:rect b="b" l="l" r="r" t="t"/>
            <a:pathLst>
              <a:path extrusionOk="0" h="228600" w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7374285" y="1761670"/>
            <a:ext cx="438150" cy="503873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7462540" y="1860346"/>
            <a:ext cx="352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🚀</a:t>
            </a:r>
            <a:endParaRPr b="0" i="0" sz="1600" u="none" cap="none" strike="noStrike"/>
          </a:p>
        </p:txBody>
      </p:sp>
      <p:sp>
        <p:nvSpPr>
          <p:cNvPr id="124" name="Google Shape;124;p10"/>
          <p:cNvSpPr/>
          <p:nvPr/>
        </p:nvSpPr>
        <p:spPr>
          <a:xfrm>
            <a:off x="7936260" y="1750706"/>
            <a:ext cx="1295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PERFORMING</a:t>
            </a:r>
            <a:endParaRPr b="0" i="0" sz="1600" u="none" cap="none" strike="noStrike"/>
          </a:p>
        </p:txBody>
      </p:sp>
      <p:sp>
        <p:nvSpPr>
          <p:cNvPr id="125" name="Google Shape;125;p10"/>
          <p:cNvSpPr/>
          <p:nvPr/>
        </p:nvSpPr>
        <p:spPr>
          <a:xfrm>
            <a:off x="7936260" y="2057699"/>
            <a:ext cx="1266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feb – mar 2026</a:t>
            </a:r>
            <a:endParaRPr b="0" i="0" sz="1600" u="none" cap="none" strike="noStrike"/>
          </a:p>
        </p:txBody>
      </p:sp>
      <p:sp>
        <p:nvSpPr>
          <p:cNvPr id="126" name="Google Shape;126;p10"/>
          <p:cNvSpPr/>
          <p:nvPr/>
        </p:nvSpPr>
        <p:spPr>
          <a:xfrm>
            <a:off x="9349978" y="1882275"/>
            <a:ext cx="228600" cy="262890"/>
          </a:xfrm>
          <a:custGeom>
            <a:rect b="b" l="l" r="r" t="t"/>
            <a:pathLst>
              <a:path extrusionOk="0" h="228600" w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9798844" y="1761670"/>
            <a:ext cx="438150" cy="503873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 cap="flat" cmpd="sng" w="254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9887099" y="1860346"/>
            <a:ext cx="352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🎯</a:t>
            </a:r>
            <a:endParaRPr b="0" i="0" sz="1600" u="none" cap="none" strike="noStrike"/>
          </a:p>
        </p:txBody>
      </p:sp>
      <p:sp>
        <p:nvSpPr>
          <p:cNvPr id="129" name="Google Shape;129;p10"/>
          <p:cNvSpPr/>
          <p:nvPr/>
        </p:nvSpPr>
        <p:spPr>
          <a:xfrm>
            <a:off x="10360819" y="1750706"/>
            <a:ext cx="1305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ADJOURNING</a:t>
            </a:r>
            <a:endParaRPr b="0" i="0" sz="1600" u="none" cap="none" strike="noStrike"/>
          </a:p>
        </p:txBody>
      </p:sp>
      <p:sp>
        <p:nvSpPr>
          <p:cNvPr id="130" name="Google Shape;130;p10"/>
          <p:cNvSpPr/>
          <p:nvPr/>
        </p:nvSpPr>
        <p:spPr>
          <a:xfrm>
            <a:off x="10360819" y="2057699"/>
            <a:ext cx="1276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mar 2026</a:t>
            </a:r>
            <a:endParaRPr b="0" i="0" sz="1600" u="none" cap="none" strike="noStrike"/>
          </a:p>
        </p:txBody>
      </p:sp>
      <p:sp>
        <p:nvSpPr>
          <p:cNvPr id="131" name="Google Shape;131;p10"/>
          <p:cNvSpPr/>
          <p:nvPr/>
        </p:nvSpPr>
        <p:spPr>
          <a:xfrm>
            <a:off x="638174" y="2540117"/>
            <a:ext cx="2047875" cy="1095375"/>
          </a:xfrm>
          <a:custGeom>
            <a:rect b="b" l="l" r="r" t="t"/>
            <a:pathLst>
              <a:path extrusionOk="0" h="952500" w="2047875">
                <a:moveTo>
                  <a:pt x="381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876300"/>
                </a:lnTo>
                <a:cubicBezTo>
                  <a:pt x="2047875" y="918356"/>
                  <a:pt x="2013731" y="952500"/>
                  <a:pt x="19716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638175" y="2540117"/>
            <a:ext cx="38100" cy="1095375"/>
          </a:xfrm>
          <a:custGeom>
            <a:rect b="b" l="l" r="r" t="t"/>
            <a:pathLst>
              <a:path extrusionOk="0" h="952500" w="381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809624" y="2715542"/>
            <a:ext cx="17907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Team formato, ruoli assegnati, idea definita</a:t>
            </a:r>
            <a:endParaRPr b="0" i="0" sz="1600" u="none" cap="none" strike="noStrike"/>
          </a:p>
        </p:txBody>
      </p:sp>
      <p:sp>
        <p:nvSpPr>
          <p:cNvPr id="134" name="Google Shape;134;p10"/>
          <p:cNvSpPr/>
          <p:nvPr/>
        </p:nvSpPr>
        <p:spPr>
          <a:xfrm>
            <a:off x="2859285" y="2540117"/>
            <a:ext cx="2047875" cy="1095375"/>
          </a:xfrm>
          <a:custGeom>
            <a:rect b="b" l="l" r="r" t="t"/>
            <a:pathLst>
              <a:path extrusionOk="0" h="952500" w="2047875">
                <a:moveTo>
                  <a:pt x="381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876300"/>
                </a:lnTo>
                <a:cubicBezTo>
                  <a:pt x="2047875" y="918356"/>
                  <a:pt x="2013731" y="952500"/>
                  <a:pt x="19716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2859286" y="2540117"/>
            <a:ext cx="38100" cy="1095375"/>
          </a:xfrm>
          <a:custGeom>
            <a:rect b="b" l="l" r="r" t="t"/>
            <a:pathLst>
              <a:path extrusionOk="0" h="952500" w="381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3030735" y="2715542"/>
            <a:ext cx="17907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Prime tensioni, distribuzione carichi di lavoro — normale in ogni team</a:t>
            </a:r>
            <a:endParaRPr b="0" i="0" sz="1600" u="none" cap="none" strike="noStrike"/>
          </a:p>
        </p:txBody>
      </p:sp>
      <p:sp>
        <p:nvSpPr>
          <p:cNvPr id="137" name="Google Shape;137;p10"/>
          <p:cNvSpPr/>
          <p:nvPr/>
        </p:nvSpPr>
        <p:spPr>
          <a:xfrm>
            <a:off x="5080546" y="2540117"/>
            <a:ext cx="2047875" cy="1095375"/>
          </a:xfrm>
          <a:custGeom>
            <a:rect b="b" l="l" r="r" t="t"/>
            <a:pathLst>
              <a:path extrusionOk="0" h="952500" w="2047875">
                <a:moveTo>
                  <a:pt x="381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876300"/>
                </a:lnTo>
                <a:cubicBezTo>
                  <a:pt x="2047875" y="918356"/>
                  <a:pt x="2013731" y="952500"/>
                  <a:pt x="19716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5080546" y="2540117"/>
            <a:ext cx="38100" cy="1095375"/>
          </a:xfrm>
          <a:custGeom>
            <a:rect b="b" l="l" r="r" t="t"/>
            <a:pathLst>
              <a:path extrusionOk="0" h="952500" w="381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5251996" y="2715542"/>
            <a:ext cx="17907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Stack condiviso, workflow Git definito</a:t>
            </a:r>
            <a:endParaRPr b="0" i="0" sz="1600" u="none" cap="none" strike="noStrike"/>
          </a:p>
        </p:txBody>
      </p:sp>
      <p:sp>
        <p:nvSpPr>
          <p:cNvPr id="140" name="Google Shape;140;p10"/>
          <p:cNvSpPr/>
          <p:nvPr/>
        </p:nvSpPr>
        <p:spPr>
          <a:xfrm>
            <a:off x="7301805" y="2540117"/>
            <a:ext cx="2047875" cy="1095375"/>
          </a:xfrm>
          <a:custGeom>
            <a:rect b="b" l="l" r="r" t="t"/>
            <a:pathLst>
              <a:path extrusionOk="0" h="952500" w="2047875">
                <a:moveTo>
                  <a:pt x="381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876300"/>
                </a:lnTo>
                <a:cubicBezTo>
                  <a:pt x="2047875" y="918356"/>
                  <a:pt x="2013731" y="952500"/>
                  <a:pt x="19716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7301805" y="2540117"/>
            <a:ext cx="38100" cy="1095375"/>
          </a:xfrm>
          <a:custGeom>
            <a:rect b="b" l="l" r="r" t="t"/>
            <a:pathLst>
              <a:path extrusionOk="0" h="952500" w="381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7473255" y="2715542"/>
            <a:ext cx="17907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Massima produttività, sistema in deploy</a:t>
            </a:r>
            <a:endParaRPr b="0" i="0" sz="1600" u="none" cap="none" strike="noStrike"/>
          </a:p>
        </p:txBody>
      </p:sp>
      <p:sp>
        <p:nvSpPr>
          <p:cNvPr id="143" name="Google Shape;143;p10"/>
          <p:cNvSpPr/>
          <p:nvPr/>
        </p:nvSpPr>
        <p:spPr>
          <a:xfrm>
            <a:off x="9523065" y="2540117"/>
            <a:ext cx="2047875" cy="1095375"/>
          </a:xfrm>
          <a:custGeom>
            <a:rect b="b" l="l" r="r" t="t"/>
            <a:pathLst>
              <a:path extrusionOk="0" h="952500" w="2047875">
                <a:moveTo>
                  <a:pt x="381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876300"/>
                </a:lnTo>
                <a:cubicBezTo>
                  <a:pt x="2047875" y="918356"/>
                  <a:pt x="2013731" y="952500"/>
                  <a:pt x="19716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9523065" y="2540117"/>
            <a:ext cx="38100" cy="1095375"/>
          </a:xfrm>
          <a:custGeom>
            <a:rect b="b" l="l" r="r" t="t"/>
            <a:pathLst>
              <a:path extrusionOk="0" h="952500" w="381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9694515" y="2715542"/>
            <a:ext cx="17907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Chiusura, presentazione</a:t>
            </a:r>
            <a:endParaRPr b="0" i="0" sz="1600" u="none" cap="none" strike="noStrike"/>
          </a:p>
        </p:txBody>
      </p:sp>
      <p:sp>
        <p:nvSpPr>
          <p:cNvPr id="146" name="Google Shape;146;p10"/>
          <p:cNvSpPr/>
          <p:nvPr/>
        </p:nvSpPr>
        <p:spPr>
          <a:xfrm>
            <a:off x="385763" y="4138126"/>
            <a:ext cx="2152650" cy="1237774"/>
          </a:xfrm>
          <a:custGeom>
            <a:rect b="b" l="l" r="r" t="t"/>
            <a:pathLst>
              <a:path extrusionOk="0" h="1076325" w="2152650">
                <a:moveTo>
                  <a:pt x="76204" y="0"/>
                </a:moveTo>
                <a:lnTo>
                  <a:pt x="2076446" y="0"/>
                </a:lnTo>
                <a:cubicBezTo>
                  <a:pt x="2118532" y="0"/>
                  <a:pt x="2152650" y="34118"/>
                  <a:pt x="2152650" y="76204"/>
                </a:cubicBezTo>
                <a:lnTo>
                  <a:pt x="2152650" y="1000121"/>
                </a:lnTo>
                <a:cubicBezTo>
                  <a:pt x="2152650" y="1042207"/>
                  <a:pt x="2118532" y="1076325"/>
                  <a:pt x="20764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542925" y="4319032"/>
            <a:ext cx="428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🔵</a:t>
            </a:r>
            <a:endParaRPr b="0" i="0" sz="1600" u="none" cap="none" strike="noStrike"/>
          </a:p>
        </p:txBody>
      </p:sp>
      <p:sp>
        <p:nvSpPr>
          <p:cNvPr id="148" name="Google Shape;148;p10"/>
          <p:cNvSpPr/>
          <p:nvPr/>
        </p:nvSpPr>
        <p:spPr>
          <a:xfrm>
            <a:off x="933004" y="4362889"/>
            <a:ext cx="638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Liter"/>
                <a:ea typeface="Liter"/>
                <a:cs typeface="Liter"/>
                <a:sym typeface="Liter"/>
              </a:rPr>
              <a:t>Forming</a:t>
            </a:r>
            <a:endParaRPr b="0" i="0" sz="1600" u="none" cap="none" strike="noStrike"/>
          </a:p>
        </p:txBody>
      </p:sp>
      <p:sp>
        <p:nvSpPr>
          <p:cNvPr id="149" name="Google Shape;149;p10"/>
          <p:cNvSpPr/>
          <p:nvPr/>
        </p:nvSpPr>
        <p:spPr>
          <a:xfrm>
            <a:off x="542924" y="4757594"/>
            <a:ext cx="1905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Ci siamo incontrati, abbiamo scelto il nome e i ruoli</a:t>
            </a:r>
            <a:endParaRPr b="0" i="0" sz="1600" u="none" cap="none" strike="noStrike"/>
          </a:p>
        </p:txBody>
      </p:sp>
      <p:sp>
        <p:nvSpPr>
          <p:cNvPr id="150" name="Google Shape;150;p10"/>
          <p:cNvSpPr/>
          <p:nvPr/>
        </p:nvSpPr>
        <p:spPr>
          <a:xfrm>
            <a:off x="2702123" y="4138126"/>
            <a:ext cx="2152650" cy="1237774"/>
          </a:xfrm>
          <a:custGeom>
            <a:rect b="b" l="l" r="r" t="t"/>
            <a:pathLst>
              <a:path extrusionOk="0" h="1076325" w="2152650">
                <a:moveTo>
                  <a:pt x="76204" y="0"/>
                </a:moveTo>
                <a:lnTo>
                  <a:pt x="2076446" y="0"/>
                </a:lnTo>
                <a:cubicBezTo>
                  <a:pt x="2118532" y="0"/>
                  <a:pt x="2152650" y="34118"/>
                  <a:pt x="2152650" y="76204"/>
                </a:cubicBezTo>
                <a:lnTo>
                  <a:pt x="2152650" y="1000121"/>
                </a:lnTo>
                <a:cubicBezTo>
                  <a:pt x="2152650" y="1042207"/>
                  <a:pt x="2118532" y="1076325"/>
                  <a:pt x="20764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2859286" y="4319032"/>
            <a:ext cx="428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⚡</a:t>
            </a:r>
            <a:endParaRPr b="0" i="0" sz="1600" u="none" cap="none" strike="noStrike"/>
          </a:p>
        </p:txBody>
      </p:sp>
      <p:sp>
        <p:nvSpPr>
          <p:cNvPr id="152" name="Google Shape;152;p10"/>
          <p:cNvSpPr/>
          <p:nvPr/>
        </p:nvSpPr>
        <p:spPr>
          <a:xfrm>
            <a:off x="3249363" y="4362889"/>
            <a:ext cx="6954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Storming</a:t>
            </a:r>
            <a:endParaRPr b="0" i="0" sz="1600" u="none" cap="none" strike="noStrike"/>
          </a:p>
        </p:txBody>
      </p:sp>
      <p:sp>
        <p:nvSpPr>
          <p:cNvPr id="153" name="Google Shape;153;p10"/>
          <p:cNvSpPr/>
          <p:nvPr/>
        </p:nvSpPr>
        <p:spPr>
          <a:xfrm>
            <a:off x="2859285" y="4757594"/>
            <a:ext cx="1905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Tensioni sulla distribuzione del lavoro — normale</a:t>
            </a:r>
            <a:endParaRPr b="0" i="0" sz="1600" u="none" cap="none" strike="noStrike"/>
          </a:p>
        </p:txBody>
      </p:sp>
      <p:sp>
        <p:nvSpPr>
          <p:cNvPr id="154" name="Google Shape;154;p10"/>
          <p:cNvSpPr/>
          <p:nvPr/>
        </p:nvSpPr>
        <p:spPr>
          <a:xfrm>
            <a:off x="5018633" y="4138126"/>
            <a:ext cx="2152650" cy="1237774"/>
          </a:xfrm>
          <a:custGeom>
            <a:rect b="b" l="l" r="r" t="t"/>
            <a:pathLst>
              <a:path extrusionOk="0" h="1076325" w="2152650">
                <a:moveTo>
                  <a:pt x="76204" y="0"/>
                </a:moveTo>
                <a:lnTo>
                  <a:pt x="2076446" y="0"/>
                </a:lnTo>
                <a:cubicBezTo>
                  <a:pt x="2118532" y="0"/>
                  <a:pt x="2152650" y="34118"/>
                  <a:pt x="2152650" y="76204"/>
                </a:cubicBezTo>
                <a:lnTo>
                  <a:pt x="2152650" y="1000121"/>
                </a:lnTo>
                <a:cubicBezTo>
                  <a:pt x="2152650" y="1042207"/>
                  <a:pt x="2118532" y="1076325"/>
                  <a:pt x="20764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175796" y="4319032"/>
            <a:ext cx="428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🤝</a:t>
            </a:r>
            <a:endParaRPr b="0" i="0" sz="1600" u="none" cap="none" strike="noStrike"/>
          </a:p>
        </p:txBody>
      </p:sp>
      <p:sp>
        <p:nvSpPr>
          <p:cNvPr id="156" name="Google Shape;156;p10"/>
          <p:cNvSpPr/>
          <p:nvPr/>
        </p:nvSpPr>
        <p:spPr>
          <a:xfrm>
            <a:off x="5565874" y="4362889"/>
            <a:ext cx="6669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Norming</a:t>
            </a:r>
            <a:endParaRPr b="0" i="0" sz="1600" u="none" cap="none" strike="noStrike"/>
          </a:p>
        </p:txBody>
      </p:sp>
      <p:sp>
        <p:nvSpPr>
          <p:cNvPr id="157" name="Google Shape;157;p10"/>
          <p:cNvSpPr/>
          <p:nvPr/>
        </p:nvSpPr>
        <p:spPr>
          <a:xfrm>
            <a:off x="5175796" y="4757594"/>
            <a:ext cx="1905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Abbiamo trovato un ritmo comune — stack approvato</a:t>
            </a:r>
            <a:endParaRPr b="0" i="0" sz="1600" u="none" cap="none" strike="noStrike"/>
          </a:p>
        </p:txBody>
      </p:sp>
      <p:sp>
        <p:nvSpPr>
          <p:cNvPr id="158" name="Google Shape;158;p10"/>
          <p:cNvSpPr/>
          <p:nvPr/>
        </p:nvSpPr>
        <p:spPr>
          <a:xfrm>
            <a:off x="7335143" y="4138126"/>
            <a:ext cx="2152650" cy="1237774"/>
          </a:xfrm>
          <a:custGeom>
            <a:rect b="b" l="l" r="r" t="t"/>
            <a:pathLst>
              <a:path extrusionOk="0" h="1076325" w="2152650">
                <a:moveTo>
                  <a:pt x="76204" y="0"/>
                </a:moveTo>
                <a:lnTo>
                  <a:pt x="2076446" y="0"/>
                </a:lnTo>
                <a:cubicBezTo>
                  <a:pt x="2118532" y="0"/>
                  <a:pt x="2152650" y="34118"/>
                  <a:pt x="2152650" y="76204"/>
                </a:cubicBezTo>
                <a:lnTo>
                  <a:pt x="2152650" y="1000121"/>
                </a:lnTo>
                <a:cubicBezTo>
                  <a:pt x="2152650" y="1042207"/>
                  <a:pt x="2118532" y="1076325"/>
                  <a:pt x="20764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7492305" y="4319032"/>
            <a:ext cx="428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🚀</a:t>
            </a:r>
            <a:endParaRPr b="0" i="0" sz="1600" u="none" cap="none" strike="noStrike"/>
          </a:p>
        </p:txBody>
      </p:sp>
      <p:sp>
        <p:nvSpPr>
          <p:cNvPr id="160" name="Google Shape;160;p10"/>
          <p:cNvSpPr/>
          <p:nvPr/>
        </p:nvSpPr>
        <p:spPr>
          <a:xfrm>
            <a:off x="7882384" y="4362889"/>
            <a:ext cx="8286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Performing</a:t>
            </a:r>
            <a:endParaRPr b="0" i="0" sz="1600" u="none" cap="none" strike="noStrike"/>
          </a:p>
        </p:txBody>
      </p:sp>
      <p:sp>
        <p:nvSpPr>
          <p:cNvPr id="161" name="Google Shape;161;p10"/>
          <p:cNvSpPr/>
          <p:nvPr/>
        </p:nvSpPr>
        <p:spPr>
          <a:xfrm>
            <a:off x="7492305" y="4757594"/>
            <a:ext cx="1905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Tutti i componenti sviluppati e integrati in parallelo</a:t>
            </a:r>
            <a:endParaRPr b="0" i="0" sz="1600" u="none" cap="none" strike="noStrike"/>
          </a:p>
        </p:txBody>
      </p:sp>
      <p:sp>
        <p:nvSpPr>
          <p:cNvPr id="162" name="Google Shape;162;p10"/>
          <p:cNvSpPr/>
          <p:nvPr/>
        </p:nvSpPr>
        <p:spPr>
          <a:xfrm>
            <a:off x="9651653" y="4138126"/>
            <a:ext cx="2152650" cy="1237774"/>
          </a:xfrm>
          <a:custGeom>
            <a:rect b="b" l="l" r="r" t="t"/>
            <a:pathLst>
              <a:path extrusionOk="0" h="1076325" w="2152650">
                <a:moveTo>
                  <a:pt x="76204" y="0"/>
                </a:moveTo>
                <a:lnTo>
                  <a:pt x="2076446" y="0"/>
                </a:lnTo>
                <a:cubicBezTo>
                  <a:pt x="2118532" y="0"/>
                  <a:pt x="2152650" y="34118"/>
                  <a:pt x="2152650" y="76204"/>
                </a:cubicBezTo>
                <a:lnTo>
                  <a:pt x="2152650" y="1000121"/>
                </a:lnTo>
                <a:cubicBezTo>
                  <a:pt x="2152650" y="1042207"/>
                  <a:pt x="2118532" y="1076325"/>
                  <a:pt x="20764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9808815" y="4319032"/>
            <a:ext cx="428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🎯</a:t>
            </a:r>
            <a:endParaRPr b="0" i="0" sz="1600" u="none" cap="none" strike="noStrike"/>
          </a:p>
        </p:txBody>
      </p:sp>
      <p:sp>
        <p:nvSpPr>
          <p:cNvPr id="164" name="Google Shape;164;p10"/>
          <p:cNvSpPr/>
          <p:nvPr/>
        </p:nvSpPr>
        <p:spPr>
          <a:xfrm>
            <a:off x="10198894" y="4362889"/>
            <a:ext cx="809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Adjourning</a:t>
            </a:r>
            <a:endParaRPr b="0" i="0" sz="1600" u="none" cap="none" strike="noStrike"/>
          </a:p>
        </p:txBody>
      </p:sp>
      <p:sp>
        <p:nvSpPr>
          <p:cNvPr id="165" name="Google Shape;165;p10"/>
          <p:cNvSpPr/>
          <p:nvPr/>
        </p:nvSpPr>
        <p:spPr>
          <a:xfrm>
            <a:off x="9808815" y="4757594"/>
            <a:ext cx="1905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Deploy completato, documentazione finita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Matrice RACI — Chi ha fatto cosa</a:t>
            </a:r>
            <a:endParaRPr b="0" i="0" sz="160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173" name="Google Shape;173;p8"/>
          <p:cNvSpPr/>
          <p:nvPr/>
        </p:nvSpPr>
        <p:spPr>
          <a:xfrm>
            <a:off x="385750" y="978712"/>
            <a:ext cx="11420475" cy="4848225"/>
          </a:xfrm>
          <a:custGeom>
            <a:rect b="b" l="l" r="r" t="t"/>
            <a:pathLst>
              <a:path extrusionOk="0" h="4848225" w="11420475">
                <a:moveTo>
                  <a:pt x="114321" y="0"/>
                </a:moveTo>
                <a:lnTo>
                  <a:pt x="11306154" y="0"/>
                </a:lnTo>
                <a:cubicBezTo>
                  <a:pt x="11369292" y="0"/>
                  <a:pt x="11420475" y="51183"/>
                  <a:pt x="11420475" y="114321"/>
                </a:cubicBezTo>
                <a:lnTo>
                  <a:pt x="11420475" y="4733904"/>
                </a:lnTo>
                <a:cubicBezTo>
                  <a:pt x="11420475" y="4797042"/>
                  <a:pt x="11369292" y="4848225"/>
                  <a:pt x="11306154" y="4848225"/>
                </a:cubicBezTo>
                <a:lnTo>
                  <a:pt x="114321" y="4848225"/>
                </a:lnTo>
                <a:cubicBezTo>
                  <a:pt x="51183" y="4848225"/>
                  <a:pt x="0" y="4797042"/>
                  <a:pt x="0" y="4733904"/>
                </a:cubicBezTo>
                <a:lnTo>
                  <a:pt x="0" y="114321"/>
                </a:lnTo>
                <a:cubicBezTo>
                  <a:pt x="0" y="51226"/>
                  <a:pt x="51226" y="0"/>
                  <a:pt x="114321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85788" y="1209675"/>
            <a:ext cx="200025" cy="228600"/>
          </a:xfrm>
          <a:custGeom>
            <a:rect b="b" l="l" r="r" t="t"/>
            <a:pathLst>
              <a:path extrusionOk="0" h="228600" w="200025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942975" y="1190625"/>
            <a:ext cx="3028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Responsabilità per Attività (Top 12)</a:t>
            </a:r>
            <a:endParaRPr b="0" i="0" sz="1600" u="none" cap="none" strike="noStrike"/>
          </a:p>
        </p:txBody>
      </p:sp>
      <p:graphicFrame>
        <p:nvGraphicFramePr>
          <p:cNvPr id="176" name="Google Shape;176;p8"/>
          <p:cNvGraphicFramePr/>
          <p:nvPr/>
        </p:nvGraphicFramePr>
        <p:xfrm>
          <a:off x="542925" y="15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{AEDD1CFB-4973-449C-BFD7-81E11C141818}</a:tableStyleId>
              </a:tblPr>
              <a:tblGrid>
                <a:gridCol w="352400"/>
                <a:gridCol w="3654475"/>
                <a:gridCol w="1389450"/>
                <a:gridCol w="1218150"/>
                <a:gridCol w="1674975"/>
                <a:gridCol w="1418000"/>
                <a:gridCol w="1446550"/>
              </a:tblGrid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#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Attività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6366F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Roman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Luka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EC489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 Togni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8B5C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Matteo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EAB30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Shaeek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Idea e requisiti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</a:t>
                      </a:r>
                      <a:endParaRPr sz="1000">
                        <a:solidFill>
                          <a:schemeClr val="accent3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Architettura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Backend Laravel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Database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Firmware ESP32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Hardware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Frontend React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UI/UX Design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Deploy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QA / Test finale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Documentazione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GANTT / RACI / Analisi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A/R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8"/>
          <p:cNvSpPr/>
          <p:nvPr/>
        </p:nvSpPr>
        <p:spPr>
          <a:xfrm>
            <a:off x="1291338" y="6043625"/>
            <a:ext cx="9609300" cy="596400"/>
          </a:xfrm>
          <a:prstGeom prst="roundRect">
            <a:avLst>
              <a:gd fmla="val 2965" name="adj"/>
            </a:avLst>
          </a:prstGeom>
          <a:solidFill>
            <a:srgbClr val="D8D9D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291338" y="6043625"/>
            <a:ext cx="2402100" cy="596400"/>
          </a:xfrm>
          <a:prstGeom prst="roundRect">
            <a:avLst>
              <a:gd fmla="val 2965" name="adj"/>
            </a:avLst>
          </a:prstGeom>
          <a:solidFill>
            <a:srgbClr val="D8D9D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413102" y="6161435"/>
            <a:ext cx="1523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7"/>
              <a:buFont typeface="Hubot Sans"/>
              <a:buNone/>
            </a:pPr>
            <a:r>
              <a:rPr b="1" i="0" lang="en-US" sz="1127" u="none" cap="none" strike="noStrike">
                <a:solidFill>
                  <a:srgbClr val="000000"/>
                </a:solidFill>
                <a:latin typeface="Hubot Sans"/>
                <a:ea typeface="Hubot Sans"/>
                <a:cs typeface="Hubot Sans"/>
                <a:sym typeface="Hubot Sans"/>
              </a:rPr>
              <a:t>R – RESPONSIBLE</a:t>
            </a:r>
            <a:endParaRPr b="0" i="0" sz="1127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1413102" y="6380810"/>
            <a:ext cx="21591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Roboto Condensed"/>
              <a:buNone/>
            </a:pPr>
            <a:r>
              <a:rPr b="0" i="0" lang="en-US" sz="889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Esegue il lavoro</a:t>
            </a:r>
            <a:endParaRPr b="0" i="0" sz="889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3693637" y="6043625"/>
            <a:ext cx="2402100" cy="596400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693637" y="6043625"/>
            <a:ext cx="18900" cy="596400"/>
          </a:xfrm>
          <a:prstGeom prst="roundRect">
            <a:avLst>
              <a:gd fmla="val 97810" name="adj"/>
            </a:avLst>
          </a:prstGeom>
          <a:solidFill>
            <a:srgbClr val="AEB0A7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3815401" y="6161435"/>
            <a:ext cx="1523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7"/>
              <a:buFont typeface="Hubot Sans"/>
              <a:buNone/>
            </a:pPr>
            <a:r>
              <a:rPr b="1" i="0" lang="en-US" sz="1127" u="none" cap="none" strike="noStrike">
                <a:solidFill>
                  <a:srgbClr val="000000"/>
                </a:solidFill>
                <a:latin typeface="Hubot Sans"/>
                <a:ea typeface="Hubot Sans"/>
                <a:cs typeface="Hubot Sans"/>
                <a:sym typeface="Hubot Sans"/>
              </a:rPr>
              <a:t>A – ACCOUNTABLE</a:t>
            </a:r>
            <a:endParaRPr b="0" i="0" sz="1127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3815401" y="6380810"/>
            <a:ext cx="21591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Roboto Condensed"/>
              <a:buNone/>
            </a:pPr>
            <a:r>
              <a:rPr b="0" i="0" lang="en-US" sz="889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Risponde del risultato (unico per attività)</a:t>
            </a:r>
            <a:endParaRPr b="0" i="0" sz="889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6095934" y="6043625"/>
            <a:ext cx="2402100" cy="596400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095934" y="6043625"/>
            <a:ext cx="18900" cy="596400"/>
          </a:xfrm>
          <a:prstGeom prst="roundRect">
            <a:avLst>
              <a:gd fmla="val 97810" name="adj"/>
            </a:avLst>
          </a:prstGeom>
          <a:solidFill>
            <a:srgbClr val="AEB0A7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6217699" y="6161435"/>
            <a:ext cx="1523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7"/>
              <a:buFont typeface="Hubot Sans"/>
              <a:buNone/>
            </a:pPr>
            <a:r>
              <a:rPr b="1" i="0" lang="en-US" sz="1127" u="none" cap="none" strike="noStrike">
                <a:solidFill>
                  <a:srgbClr val="000000"/>
                </a:solidFill>
                <a:latin typeface="Hubot Sans"/>
                <a:ea typeface="Hubot Sans"/>
                <a:cs typeface="Hubot Sans"/>
                <a:sym typeface="Hubot Sans"/>
              </a:rPr>
              <a:t>C – CONSULTED</a:t>
            </a:r>
            <a:endParaRPr b="0" i="0" sz="1127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6217699" y="6380810"/>
            <a:ext cx="21591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Roboto Condensed"/>
              <a:buNone/>
            </a:pPr>
            <a:r>
              <a:rPr b="0" i="0" lang="en-US" sz="889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Fornisce input e feedback</a:t>
            </a:r>
            <a:endParaRPr b="0" i="0" sz="889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8498232" y="6043625"/>
            <a:ext cx="2402400" cy="596400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498232" y="6043625"/>
            <a:ext cx="18900" cy="596400"/>
          </a:xfrm>
          <a:prstGeom prst="roundRect">
            <a:avLst>
              <a:gd fmla="val 97810" name="adj"/>
            </a:avLst>
          </a:prstGeom>
          <a:solidFill>
            <a:srgbClr val="AEB0A7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8619997" y="6161435"/>
            <a:ext cx="1523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7"/>
              <a:buFont typeface="Hubot Sans"/>
              <a:buNone/>
            </a:pPr>
            <a:r>
              <a:rPr b="1" i="0" lang="en-US" sz="1127" u="none" cap="none" strike="noStrike">
                <a:solidFill>
                  <a:srgbClr val="000000"/>
                </a:solidFill>
                <a:latin typeface="Hubot Sans"/>
                <a:ea typeface="Hubot Sans"/>
                <a:cs typeface="Hubot Sans"/>
                <a:sym typeface="Hubot Sans"/>
              </a:rPr>
              <a:t>I – INFORMED</a:t>
            </a:r>
            <a:endParaRPr b="0" i="0" sz="1127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8619997" y="6380810"/>
            <a:ext cx="21591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Roboto Condensed"/>
              <a:buNone/>
            </a:pPr>
            <a:r>
              <a:rPr b="0" i="0" lang="en-US" sz="889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Aggiornato sull'avanzamento</a:t>
            </a:r>
            <a:endParaRPr b="0" i="0" sz="889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GANTT — Dalla formazione del team alla presentazione</a:t>
            </a:r>
            <a:endParaRPr b="0" i="0" sz="16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200" name="Google Shape;200;p9"/>
          <p:cNvSpPr/>
          <p:nvPr/>
        </p:nvSpPr>
        <p:spPr>
          <a:xfrm>
            <a:off x="385775" y="952500"/>
            <a:ext cx="11420475" cy="4263676"/>
          </a:xfrm>
          <a:custGeom>
            <a:rect b="b" l="l" r="r" t="t"/>
            <a:pathLst>
              <a:path extrusionOk="0" h="3305175" w="11420475">
                <a:moveTo>
                  <a:pt x="114293" y="0"/>
                </a:moveTo>
                <a:lnTo>
                  <a:pt x="11306182" y="0"/>
                </a:lnTo>
                <a:cubicBezTo>
                  <a:pt x="11369304" y="0"/>
                  <a:pt x="11420475" y="51171"/>
                  <a:pt x="11420475" y="114293"/>
                </a:cubicBezTo>
                <a:lnTo>
                  <a:pt x="11420475" y="3190882"/>
                </a:lnTo>
                <a:cubicBezTo>
                  <a:pt x="11420475" y="3254004"/>
                  <a:pt x="11369304" y="3305175"/>
                  <a:pt x="11306182" y="3305175"/>
                </a:cubicBezTo>
                <a:lnTo>
                  <a:pt x="114293" y="3305175"/>
                </a:lnTo>
                <a:cubicBezTo>
                  <a:pt x="51171" y="3305175"/>
                  <a:pt x="0" y="3254004"/>
                  <a:pt x="0" y="3190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809637" y="1914413"/>
            <a:ext cx="228600" cy="294894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71438" y="28575"/>
                </a:moveTo>
                <a:cubicBezTo>
                  <a:pt x="63535" y="28575"/>
                  <a:pt x="57150" y="34960"/>
                  <a:pt x="57150" y="42863"/>
                </a:cubicBezTo>
                <a:cubicBezTo>
                  <a:pt x="57150" y="50765"/>
                  <a:pt x="63535" y="57150"/>
                  <a:pt x="71438" y="57150"/>
                </a:cubicBezTo>
                <a:lnTo>
                  <a:pt x="114300" y="57150"/>
                </a:lnTo>
                <a:cubicBezTo>
                  <a:pt x="122203" y="57150"/>
                  <a:pt x="128588" y="50765"/>
                  <a:pt x="128588" y="42863"/>
                </a:cubicBezTo>
                <a:cubicBezTo>
                  <a:pt x="128588" y="34960"/>
                  <a:pt x="122203" y="28575"/>
                  <a:pt x="114300" y="28575"/>
                </a:cubicBezTo>
                <a:lnTo>
                  <a:pt x="71438" y="28575"/>
                </a:lnTo>
                <a:close/>
                <a:moveTo>
                  <a:pt x="100013" y="78581"/>
                </a:moveTo>
                <a:cubicBezTo>
                  <a:pt x="92110" y="78581"/>
                  <a:pt x="85725" y="84966"/>
                  <a:pt x="85725" y="92869"/>
                </a:cubicBezTo>
                <a:cubicBezTo>
                  <a:pt x="85725" y="100772"/>
                  <a:pt x="92110" y="107156"/>
                  <a:pt x="100013" y="107156"/>
                </a:cubicBezTo>
                <a:lnTo>
                  <a:pt x="157163" y="107156"/>
                </a:lnTo>
                <a:cubicBezTo>
                  <a:pt x="165065" y="107156"/>
                  <a:pt x="171450" y="100772"/>
                  <a:pt x="171450" y="92869"/>
                </a:cubicBezTo>
                <a:cubicBezTo>
                  <a:pt x="171450" y="84966"/>
                  <a:pt x="165065" y="78581"/>
                  <a:pt x="157163" y="78581"/>
                </a:cubicBezTo>
                <a:lnTo>
                  <a:pt x="100013" y="78581"/>
                </a:lnTo>
                <a:close/>
                <a:moveTo>
                  <a:pt x="171450" y="128588"/>
                </a:moveTo>
                <a:cubicBezTo>
                  <a:pt x="163547" y="128588"/>
                  <a:pt x="157163" y="134972"/>
                  <a:pt x="157163" y="142875"/>
                </a:cubicBezTo>
                <a:cubicBezTo>
                  <a:pt x="157163" y="150778"/>
                  <a:pt x="163547" y="157163"/>
                  <a:pt x="171450" y="157163"/>
                </a:cubicBezTo>
                <a:lnTo>
                  <a:pt x="200025" y="157163"/>
                </a:lnTo>
                <a:cubicBezTo>
                  <a:pt x="207928" y="157163"/>
                  <a:pt x="214313" y="150778"/>
                  <a:pt x="214313" y="142875"/>
                </a:cubicBezTo>
                <a:cubicBezTo>
                  <a:pt x="214313" y="134972"/>
                  <a:pt x="207928" y="128588"/>
                  <a:pt x="200025" y="128588"/>
                </a:cubicBezTo>
                <a:lnTo>
                  <a:pt x="171450" y="12858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 rot="5400000">
            <a:off x="-204813" y="3268395"/>
            <a:ext cx="225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Timeline del Pr</a:t>
            </a: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o</a:t>
            </a: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getto</a:t>
            </a:r>
            <a:endParaRPr b="0" i="0" sz="160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5113895" y="3106021"/>
            <a:ext cx="207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5640151" y="3575057"/>
            <a:ext cx="10002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3873115" y="4090997"/>
            <a:ext cx="4448175" cy="609219"/>
          </a:xfrm>
          <a:custGeom>
            <a:rect b="b" l="l" r="r" t="t"/>
            <a:pathLst>
              <a:path extrusionOk="0" h="495300" w="4448175">
                <a:moveTo>
                  <a:pt x="76202" y="0"/>
                </a:moveTo>
                <a:lnTo>
                  <a:pt x="4371973" y="0"/>
                </a:lnTo>
                <a:cubicBezTo>
                  <a:pt x="4414058" y="0"/>
                  <a:pt x="4448175" y="34117"/>
                  <a:pt x="4448175" y="76202"/>
                </a:cubicBezTo>
                <a:lnTo>
                  <a:pt x="4448175" y="419098"/>
                </a:lnTo>
                <a:cubicBezTo>
                  <a:pt x="4448175" y="461183"/>
                  <a:pt x="4414058" y="495300"/>
                  <a:pt x="43719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220778" y="4278611"/>
            <a:ext cx="39816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207" name="Google Shape;207;p9"/>
          <p:cNvSpPr/>
          <p:nvPr/>
        </p:nvSpPr>
        <p:spPr>
          <a:xfrm>
            <a:off x="385763" y="5290226"/>
            <a:ext cx="2733675" cy="809649"/>
          </a:xfrm>
          <a:custGeom>
            <a:rect b="b" l="l" r="r" t="t"/>
            <a:pathLst>
              <a:path extrusionOk="0" h="1152525" w="2733675">
                <a:moveTo>
                  <a:pt x="76205" y="0"/>
                </a:moveTo>
                <a:lnTo>
                  <a:pt x="2657470" y="0"/>
                </a:lnTo>
                <a:cubicBezTo>
                  <a:pt x="2699557" y="0"/>
                  <a:pt x="2733675" y="34118"/>
                  <a:pt x="2733675" y="76205"/>
                </a:cubicBezTo>
                <a:lnTo>
                  <a:pt x="2733675" y="1076320"/>
                </a:lnTo>
                <a:cubicBezTo>
                  <a:pt x="2733675" y="1118407"/>
                  <a:pt x="2699557" y="1152525"/>
                  <a:pt x="26574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71500" y="5427388"/>
            <a:ext cx="133350" cy="107061"/>
          </a:xfrm>
          <a:custGeom>
            <a:rect b="b" l="l" r="r" t="t"/>
            <a:pathLst>
              <a:path extrusionOk="0" h="152400" w="13335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809624" y="5400624"/>
            <a:ext cx="10479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Inizio Progetto</a:t>
            </a:r>
            <a:endParaRPr b="0" i="0" sz="160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542924" y="5614732"/>
            <a:ext cx="2533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18 Dic</a:t>
            </a:r>
            <a:endParaRPr b="0" i="0" sz="160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542924" y="5855602"/>
            <a:ext cx="24861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2025 — Formazione team</a:t>
            </a:r>
            <a:endParaRPr b="0" i="0" sz="1600" u="none" cap="none" strike="noStrike"/>
          </a:p>
        </p:txBody>
      </p:sp>
      <p:sp>
        <p:nvSpPr>
          <p:cNvPr id="212" name="Google Shape;212;p9"/>
          <p:cNvSpPr/>
          <p:nvPr/>
        </p:nvSpPr>
        <p:spPr>
          <a:xfrm>
            <a:off x="3281363" y="5290226"/>
            <a:ext cx="2733675" cy="809649"/>
          </a:xfrm>
          <a:custGeom>
            <a:rect b="b" l="l" r="r" t="t"/>
            <a:pathLst>
              <a:path extrusionOk="0" h="1152525" w="2733675">
                <a:moveTo>
                  <a:pt x="76205" y="0"/>
                </a:moveTo>
                <a:lnTo>
                  <a:pt x="2657470" y="0"/>
                </a:lnTo>
                <a:cubicBezTo>
                  <a:pt x="2699557" y="0"/>
                  <a:pt x="2733675" y="34118"/>
                  <a:pt x="2733675" y="76205"/>
                </a:cubicBezTo>
                <a:lnTo>
                  <a:pt x="2733675" y="1076320"/>
                </a:lnTo>
                <a:cubicBezTo>
                  <a:pt x="2733675" y="1118407"/>
                  <a:pt x="2699557" y="1152525"/>
                  <a:pt x="26574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467100" y="5427388"/>
            <a:ext cx="133350" cy="107061"/>
          </a:xfrm>
          <a:custGeom>
            <a:rect b="b" l="l" r="r" t="t"/>
            <a:pathLst>
              <a:path extrusionOk="0" h="152400" w="133350">
                <a:moveTo>
                  <a:pt x="9525" y="0"/>
                </a:moveTo>
                <a:cubicBezTo>
                  <a:pt x="14794" y="0"/>
                  <a:pt x="19050" y="4256"/>
                  <a:pt x="19050" y="9525"/>
                </a:cubicBezTo>
                <a:lnTo>
                  <a:pt x="19050" y="14288"/>
                </a:lnTo>
                <a:lnTo>
                  <a:pt x="39588" y="9168"/>
                </a:lnTo>
                <a:cubicBezTo>
                  <a:pt x="50929" y="6340"/>
                  <a:pt x="62895" y="7650"/>
                  <a:pt x="73372" y="12889"/>
                </a:cubicBezTo>
                <a:cubicBezTo>
                  <a:pt x="87154" y="19794"/>
                  <a:pt x="103376" y="19794"/>
                  <a:pt x="117157" y="12889"/>
                </a:cubicBezTo>
                <a:lnTo>
                  <a:pt x="120015" y="11460"/>
                </a:lnTo>
                <a:cubicBezTo>
                  <a:pt x="126147" y="8364"/>
                  <a:pt x="133350" y="12829"/>
                  <a:pt x="133350" y="19675"/>
                </a:cubicBezTo>
                <a:lnTo>
                  <a:pt x="133350" y="102930"/>
                </a:lnTo>
                <a:cubicBezTo>
                  <a:pt x="133350" y="106888"/>
                  <a:pt x="130879" y="110460"/>
                  <a:pt x="127159" y="111859"/>
                </a:cubicBezTo>
                <a:lnTo>
                  <a:pt x="116830" y="115729"/>
                </a:lnTo>
                <a:cubicBezTo>
                  <a:pt x="103078" y="120878"/>
                  <a:pt x="87779" y="120075"/>
                  <a:pt x="74652" y="113526"/>
                </a:cubicBezTo>
                <a:cubicBezTo>
                  <a:pt x="63371" y="107871"/>
                  <a:pt x="50423" y="106472"/>
                  <a:pt x="38189" y="109537"/>
                </a:cubicBezTo>
                <a:lnTo>
                  <a:pt x="19050" y="114300"/>
                </a:ln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lnTo>
                  <a:pt x="0" y="9525"/>
                </a:lnTo>
                <a:cubicBezTo>
                  <a:pt x="0" y="4256"/>
                  <a:pt x="4256" y="0"/>
                  <a:pt x="9525" y="0"/>
                </a:cubicBezTo>
                <a:close/>
                <a:moveTo>
                  <a:pt x="19050" y="55691"/>
                </a:moveTo>
                <a:lnTo>
                  <a:pt x="38100" y="51554"/>
                </a:lnTo>
                <a:lnTo>
                  <a:pt x="38100" y="71051"/>
                </a:lnTo>
                <a:lnTo>
                  <a:pt x="19050" y="75188"/>
                </a:lnTo>
                <a:lnTo>
                  <a:pt x="19050" y="94684"/>
                </a:lnTo>
                <a:lnTo>
                  <a:pt x="33576" y="91053"/>
                </a:lnTo>
                <a:cubicBezTo>
                  <a:pt x="35094" y="90666"/>
                  <a:pt x="36582" y="90339"/>
                  <a:pt x="38100" y="90071"/>
                </a:cubicBezTo>
                <a:lnTo>
                  <a:pt x="38100" y="71051"/>
                </a:lnTo>
                <a:lnTo>
                  <a:pt x="49679" y="68550"/>
                </a:lnTo>
                <a:cubicBezTo>
                  <a:pt x="52149" y="68014"/>
                  <a:pt x="54650" y="67806"/>
                  <a:pt x="57150" y="67925"/>
                </a:cubicBezTo>
                <a:lnTo>
                  <a:pt x="57150" y="48875"/>
                </a:lnTo>
                <a:cubicBezTo>
                  <a:pt x="61198" y="48994"/>
                  <a:pt x="65246" y="49649"/>
                  <a:pt x="69175" y="50780"/>
                </a:cubicBezTo>
                <a:lnTo>
                  <a:pt x="76200" y="52834"/>
                </a:lnTo>
                <a:lnTo>
                  <a:pt x="76200" y="72688"/>
                </a:lnTo>
                <a:lnTo>
                  <a:pt x="63788" y="69026"/>
                </a:lnTo>
                <a:cubicBezTo>
                  <a:pt x="61615" y="68401"/>
                  <a:pt x="59382" y="68014"/>
                  <a:pt x="57150" y="67895"/>
                </a:cubicBezTo>
                <a:lnTo>
                  <a:pt x="57150" y="89148"/>
                </a:lnTo>
                <a:cubicBezTo>
                  <a:pt x="63639" y="89714"/>
                  <a:pt x="70039" y="91142"/>
                  <a:pt x="76200" y="93434"/>
                </a:cubicBezTo>
                <a:lnTo>
                  <a:pt x="76200" y="72658"/>
                </a:lnTo>
                <a:lnTo>
                  <a:pt x="82957" y="74652"/>
                </a:lnTo>
                <a:cubicBezTo>
                  <a:pt x="86975" y="75843"/>
                  <a:pt x="91083" y="76557"/>
                  <a:pt x="95250" y="76855"/>
                </a:cubicBezTo>
                <a:lnTo>
                  <a:pt x="95250" y="57745"/>
                </a:lnTo>
                <a:cubicBezTo>
                  <a:pt x="92928" y="57507"/>
                  <a:pt x="90607" y="57061"/>
                  <a:pt x="88344" y="56406"/>
                </a:cubicBezTo>
                <a:lnTo>
                  <a:pt x="76200" y="52834"/>
                </a:lnTo>
                <a:lnTo>
                  <a:pt x="76200" y="34379"/>
                </a:lnTo>
                <a:cubicBezTo>
                  <a:pt x="72330" y="33248"/>
                  <a:pt x="68520" y="31760"/>
                  <a:pt x="64830" y="29914"/>
                </a:cubicBezTo>
                <a:cubicBezTo>
                  <a:pt x="62389" y="28694"/>
                  <a:pt x="59799" y="27831"/>
                  <a:pt x="57150" y="27295"/>
                </a:cubicBezTo>
                <a:lnTo>
                  <a:pt x="57150" y="48845"/>
                </a:lnTo>
                <a:cubicBezTo>
                  <a:pt x="53280" y="48726"/>
                  <a:pt x="49411" y="49084"/>
                  <a:pt x="45631" y="49917"/>
                </a:cubicBezTo>
                <a:lnTo>
                  <a:pt x="38100" y="51554"/>
                </a:lnTo>
                <a:lnTo>
                  <a:pt x="38100" y="29170"/>
                </a:lnTo>
                <a:lnTo>
                  <a:pt x="19050" y="33933"/>
                </a:lnTo>
                <a:lnTo>
                  <a:pt x="19050" y="55691"/>
                </a:lnTo>
                <a:close/>
                <a:moveTo>
                  <a:pt x="95250" y="99923"/>
                </a:moveTo>
                <a:cubicBezTo>
                  <a:pt x="100251" y="100370"/>
                  <a:pt x="105341" y="99715"/>
                  <a:pt x="110133" y="97899"/>
                </a:cubicBezTo>
                <a:lnTo>
                  <a:pt x="114300" y="96351"/>
                </a:lnTo>
                <a:lnTo>
                  <a:pt x="114300" y="75009"/>
                </a:lnTo>
                <a:lnTo>
                  <a:pt x="111949" y="75545"/>
                </a:lnTo>
                <a:cubicBezTo>
                  <a:pt x="106472" y="76825"/>
                  <a:pt x="100846" y="77242"/>
                  <a:pt x="95250" y="76885"/>
                </a:cubicBezTo>
                <a:lnTo>
                  <a:pt x="95250" y="99923"/>
                </a:lnTo>
                <a:close/>
                <a:moveTo>
                  <a:pt x="114300" y="55453"/>
                </a:moveTo>
                <a:lnTo>
                  <a:pt x="114300" y="34379"/>
                </a:lnTo>
                <a:cubicBezTo>
                  <a:pt x="108079" y="36195"/>
                  <a:pt x="101679" y="37088"/>
                  <a:pt x="95250" y="37088"/>
                </a:cubicBezTo>
                <a:lnTo>
                  <a:pt x="95250" y="57745"/>
                </a:lnTo>
                <a:cubicBezTo>
                  <a:pt x="99387" y="58162"/>
                  <a:pt x="103584" y="57894"/>
                  <a:pt x="107662" y="56971"/>
                </a:cubicBezTo>
                <a:lnTo>
                  <a:pt x="114300" y="55424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705225" y="5400624"/>
            <a:ext cx="866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9</a:t>
            </a: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Milestone</a:t>
            </a:r>
            <a:endParaRPr b="0" i="0" sz="1600" u="none" cap="none" strike="noStrike"/>
          </a:p>
        </p:txBody>
      </p:sp>
      <p:sp>
        <p:nvSpPr>
          <p:cNvPr id="215" name="Google Shape;215;p9"/>
          <p:cNvSpPr/>
          <p:nvPr/>
        </p:nvSpPr>
        <p:spPr>
          <a:xfrm>
            <a:off x="3438525" y="5614732"/>
            <a:ext cx="2533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Principali</a:t>
            </a:r>
            <a:endParaRPr b="0" i="0" sz="160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3438525" y="5855602"/>
            <a:ext cx="24861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Non solo "presentazione"</a:t>
            </a:r>
            <a:endParaRPr b="0" i="0" sz="160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6176963" y="5290226"/>
            <a:ext cx="2733675" cy="809649"/>
          </a:xfrm>
          <a:custGeom>
            <a:rect b="b" l="l" r="r" t="t"/>
            <a:pathLst>
              <a:path extrusionOk="0" h="1152525" w="2733675">
                <a:moveTo>
                  <a:pt x="76205" y="0"/>
                </a:moveTo>
                <a:lnTo>
                  <a:pt x="2657470" y="0"/>
                </a:lnTo>
                <a:cubicBezTo>
                  <a:pt x="2699557" y="0"/>
                  <a:pt x="2733675" y="34118"/>
                  <a:pt x="2733675" y="76205"/>
                </a:cubicBezTo>
                <a:lnTo>
                  <a:pt x="2733675" y="1076320"/>
                </a:lnTo>
                <a:cubicBezTo>
                  <a:pt x="2733675" y="1118407"/>
                  <a:pt x="2699557" y="1152525"/>
                  <a:pt x="26574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353175" y="5427388"/>
            <a:ext cx="152400" cy="107061"/>
          </a:xfrm>
          <a:custGeom>
            <a:rect b="b" l="l" r="r" t="t"/>
            <a:pathLst>
              <a:path extrusionOk="0" h="152400" w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600824" y="5400624"/>
            <a:ext cx="5526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Deploy</a:t>
            </a:r>
            <a:endParaRPr b="0" i="0" sz="160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6334124" y="5614732"/>
            <a:ext cx="2533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14 Mar</a:t>
            </a:r>
            <a:endParaRPr b="0" i="0" sz="1600" u="none" cap="none" strike="noStrike"/>
          </a:p>
        </p:txBody>
      </p:sp>
      <p:sp>
        <p:nvSpPr>
          <p:cNvPr id="221" name="Google Shape;221;p9"/>
          <p:cNvSpPr/>
          <p:nvPr/>
        </p:nvSpPr>
        <p:spPr>
          <a:xfrm>
            <a:off x="6334124" y="5855602"/>
            <a:ext cx="24861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2026 — 12 giorni prima</a:t>
            </a:r>
            <a:endParaRPr b="0" i="0" sz="1600" u="none" cap="none" strike="noStrike"/>
          </a:p>
        </p:txBody>
      </p:sp>
      <p:sp>
        <p:nvSpPr>
          <p:cNvPr id="222" name="Google Shape;222;p9"/>
          <p:cNvSpPr/>
          <p:nvPr/>
        </p:nvSpPr>
        <p:spPr>
          <a:xfrm>
            <a:off x="9072563" y="5290226"/>
            <a:ext cx="2733675" cy="809649"/>
          </a:xfrm>
          <a:custGeom>
            <a:rect b="b" l="l" r="r" t="t"/>
            <a:pathLst>
              <a:path extrusionOk="0" h="1152525" w="2733675">
                <a:moveTo>
                  <a:pt x="76205" y="0"/>
                </a:moveTo>
                <a:lnTo>
                  <a:pt x="2657470" y="0"/>
                </a:lnTo>
                <a:cubicBezTo>
                  <a:pt x="2699557" y="0"/>
                  <a:pt x="2733675" y="34118"/>
                  <a:pt x="2733675" y="76205"/>
                </a:cubicBezTo>
                <a:lnTo>
                  <a:pt x="2733675" y="1076320"/>
                </a:lnTo>
                <a:cubicBezTo>
                  <a:pt x="2733675" y="1118407"/>
                  <a:pt x="2699557" y="1152525"/>
                  <a:pt x="26574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9267825" y="5427388"/>
            <a:ext cx="114300" cy="107061"/>
          </a:xfrm>
          <a:custGeom>
            <a:rect b="b" l="l" r="r" t="t"/>
            <a:pathLst>
              <a:path extrusionOk="0" h="152400" w="1143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9496425" y="5400624"/>
            <a:ext cx="4383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Stato</a:t>
            </a:r>
            <a:endParaRPr b="0" i="0" sz="1600" u="none" cap="none" strike="noStrike"/>
          </a:p>
        </p:txBody>
      </p:sp>
      <p:sp>
        <p:nvSpPr>
          <p:cNvPr id="225" name="Google Shape;225;p9"/>
          <p:cNvSpPr/>
          <p:nvPr/>
        </p:nvSpPr>
        <p:spPr>
          <a:xfrm>
            <a:off x="9229725" y="5614732"/>
            <a:ext cx="2533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100%</a:t>
            </a:r>
            <a:endParaRPr b="0" i="0" sz="1600" u="none" cap="none" strike="noStrike"/>
          </a:p>
        </p:txBody>
      </p:sp>
      <p:sp>
        <p:nvSpPr>
          <p:cNvPr id="226" name="Google Shape;226;p9"/>
          <p:cNvSpPr/>
          <p:nvPr/>
        </p:nvSpPr>
        <p:spPr>
          <a:xfrm>
            <a:off x="9229725" y="5855602"/>
            <a:ext cx="24861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Tutto completato secondo piano iniziale</a:t>
            </a:r>
            <a:endParaRPr b="0" i="0" sz="1600" u="none" cap="none" strike="noStrike"/>
          </a:p>
        </p:txBody>
      </p:sp>
      <p:sp>
        <p:nvSpPr>
          <p:cNvPr id="227" name="Google Shape;227;p9"/>
          <p:cNvSpPr/>
          <p:nvPr/>
        </p:nvSpPr>
        <p:spPr>
          <a:xfrm>
            <a:off x="385775" y="6168376"/>
            <a:ext cx="11420475" cy="305395"/>
          </a:xfrm>
          <a:custGeom>
            <a:rect b="b" l="l" r="r" t="t"/>
            <a:pathLst>
              <a:path extrusionOk="0" h="542925" w="1142047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2340037" y="6272414"/>
            <a:ext cx="152400" cy="85725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52487" y="6256408"/>
            <a:ext cx="109347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Sviluppo parallelo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: Backend + Firmware + Frontend sviluppati contemporaneamente → coordinamento critico</a:t>
            </a:r>
            <a:endParaRPr b="0" i="0" sz="1600" u="none" cap="none" strike="noStrike"/>
          </a:p>
        </p:txBody>
      </p:sp>
      <p:pic>
        <p:nvPicPr>
          <p:cNvPr id="230" name="Google Shape;230;p9" title="GANT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138" y="1107513"/>
            <a:ext cx="9879475" cy="39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Architettura di sistema — Come parlano le componenti</a:t>
            </a:r>
            <a:endParaRPr b="0" i="0" sz="1600" u="none" cap="none" strike="noStrike"/>
          </a:p>
        </p:txBody>
      </p:sp>
      <p:sp>
        <p:nvSpPr>
          <p:cNvPr id="237" name="Google Shape;237;p3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238" name="Google Shape;238;p3"/>
          <p:cNvSpPr/>
          <p:nvPr/>
        </p:nvSpPr>
        <p:spPr>
          <a:xfrm>
            <a:off x="410125" y="1033450"/>
            <a:ext cx="7410450" cy="5432822"/>
          </a:xfrm>
          <a:custGeom>
            <a:rect b="b" l="l" r="r" t="t"/>
            <a:pathLst>
              <a:path extrusionOk="0" h="5572125" w="7410450">
                <a:moveTo>
                  <a:pt x="114284" y="0"/>
                </a:moveTo>
                <a:lnTo>
                  <a:pt x="7296166" y="0"/>
                </a:lnTo>
                <a:cubicBezTo>
                  <a:pt x="7359241" y="0"/>
                  <a:pt x="7410450" y="51209"/>
                  <a:pt x="7410450" y="114284"/>
                </a:cubicBezTo>
                <a:lnTo>
                  <a:pt x="7410450" y="5457841"/>
                </a:lnTo>
                <a:cubicBezTo>
                  <a:pt x="7410450" y="5520958"/>
                  <a:pt x="7359283" y="5572125"/>
                  <a:pt x="7296166" y="5572125"/>
                </a:cubicBezTo>
                <a:lnTo>
                  <a:pt x="114284" y="5572125"/>
                </a:lnTo>
                <a:cubicBezTo>
                  <a:pt x="51209" y="5572125"/>
                  <a:pt x="0" y="5520916"/>
                  <a:pt x="0" y="54578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614925" y="1571625"/>
            <a:ext cx="7000875" cy="822055"/>
          </a:xfrm>
          <a:custGeom>
            <a:rect b="b" l="l" r="r" t="t"/>
            <a:pathLst>
              <a:path extrusionOk="0" h="781050" w="7000875">
                <a:moveTo>
                  <a:pt x="114299" y="0"/>
                </a:moveTo>
                <a:lnTo>
                  <a:pt x="6886576" y="0"/>
                </a:lnTo>
                <a:cubicBezTo>
                  <a:pt x="6949702" y="0"/>
                  <a:pt x="7000875" y="51173"/>
                  <a:pt x="7000875" y="114299"/>
                </a:cubicBezTo>
                <a:lnTo>
                  <a:pt x="7000875" y="666751"/>
                </a:lnTo>
                <a:cubicBezTo>
                  <a:pt x="7000875" y="729877"/>
                  <a:pt x="6949702" y="781050"/>
                  <a:pt x="6886576" y="781050"/>
                </a:cubicBezTo>
                <a:lnTo>
                  <a:pt x="114299" y="781050"/>
                </a:lnTo>
                <a:cubicBezTo>
                  <a:pt x="51173" y="781050"/>
                  <a:pt x="0" y="729877"/>
                  <a:pt x="0" y="6667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"/>
          <p:cNvSpPr/>
          <p:nvPr/>
        </p:nvSpPr>
        <p:spPr>
          <a:xfrm>
            <a:off x="767325" y="1822546"/>
            <a:ext cx="228600" cy="240601"/>
          </a:xfrm>
          <a:custGeom>
            <a:rect b="b" l="l" r="r" t="t"/>
            <a:pathLst>
              <a:path extrusionOk="0" h="228600" w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"/>
          <p:cNvSpPr/>
          <p:nvPr/>
        </p:nvSpPr>
        <p:spPr>
          <a:xfrm>
            <a:off x="1138800" y="1702104"/>
            <a:ext cx="2200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ESP32 WROVER + 6 sensori</a:t>
            </a:r>
            <a:endParaRPr b="0" i="0" sz="1600" u="none" cap="none" strike="noStrike"/>
          </a:p>
        </p:txBody>
      </p:sp>
      <p:sp>
        <p:nvSpPr>
          <p:cNvPr id="242" name="Google Shape;242;p3"/>
          <p:cNvSpPr/>
          <p:nvPr/>
        </p:nvSpPr>
        <p:spPr>
          <a:xfrm>
            <a:off x="1138800" y="1983136"/>
            <a:ext cx="2181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2 OLED · relay ventola · firmware</a:t>
            </a:r>
            <a:endParaRPr b="0" i="0" sz="1600" u="none" cap="none" strike="noStrike"/>
          </a:p>
        </p:txBody>
      </p:sp>
      <p:sp>
        <p:nvSpPr>
          <p:cNvPr id="243" name="Google Shape;243;p3"/>
          <p:cNvSpPr/>
          <p:nvPr/>
        </p:nvSpPr>
        <p:spPr>
          <a:xfrm>
            <a:off x="6831029" y="1802473"/>
            <a:ext cx="657225" cy="280702"/>
          </a:xfrm>
          <a:custGeom>
            <a:rect b="b" l="l" r="r" t="t"/>
            <a:pathLst>
              <a:path extrusionOk="0" h="266700" w="657225">
                <a:moveTo>
                  <a:pt x="133350" y="0"/>
                </a:moveTo>
                <a:lnTo>
                  <a:pt x="523875" y="0"/>
                </a:lnTo>
                <a:cubicBezTo>
                  <a:pt x="597473" y="0"/>
                  <a:pt x="657225" y="59752"/>
                  <a:pt x="657225" y="133350"/>
                </a:cubicBezTo>
                <a:lnTo>
                  <a:pt x="657225" y="133350"/>
                </a:lnTo>
                <a:cubicBezTo>
                  <a:pt x="657225" y="206948"/>
                  <a:pt x="597473" y="266700"/>
                  <a:pt x="523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"/>
          <p:cNvSpPr/>
          <p:nvPr/>
        </p:nvSpPr>
        <p:spPr>
          <a:xfrm>
            <a:off x="6831029" y="1802473"/>
            <a:ext cx="723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Shaeek</a:t>
            </a:r>
            <a:endParaRPr b="0" i="0" sz="1600" u="none" cap="none" strike="noStrike"/>
          </a:p>
        </p:txBody>
      </p:sp>
      <p:sp>
        <p:nvSpPr>
          <p:cNvPr id="245" name="Google Shape;245;p3"/>
          <p:cNvSpPr/>
          <p:nvPr/>
        </p:nvSpPr>
        <p:spPr>
          <a:xfrm>
            <a:off x="1801856" y="2766011"/>
            <a:ext cx="12003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HTTPS POST ogni 10 s</a:t>
            </a:r>
            <a:endParaRPr b="0" i="0" sz="1600" u="none" cap="none" strike="noStrike"/>
          </a:p>
        </p:txBody>
      </p:sp>
      <p:sp>
        <p:nvSpPr>
          <p:cNvPr id="246" name="Google Shape;246;p3"/>
          <p:cNvSpPr/>
          <p:nvPr/>
        </p:nvSpPr>
        <p:spPr>
          <a:xfrm>
            <a:off x="1557183" y="2926601"/>
            <a:ext cx="1686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(risposta con fan_desired_state)</a:t>
            </a:r>
            <a:endParaRPr b="0" i="0" sz="1600" u="none" cap="none" strike="noStrike"/>
          </a:p>
        </p:txBody>
      </p:sp>
      <p:sp>
        <p:nvSpPr>
          <p:cNvPr id="247" name="Google Shape;247;p3"/>
          <p:cNvSpPr/>
          <p:nvPr/>
        </p:nvSpPr>
        <p:spPr>
          <a:xfrm>
            <a:off x="614925" y="3217670"/>
            <a:ext cx="3272909" cy="1229820"/>
          </a:xfrm>
          <a:custGeom>
            <a:rect b="b" l="l" r="r" t="t"/>
            <a:pathLst>
              <a:path extrusionOk="0" h="933450" w="7000875">
                <a:moveTo>
                  <a:pt x="114301" y="0"/>
                </a:moveTo>
                <a:lnTo>
                  <a:pt x="6886574" y="0"/>
                </a:lnTo>
                <a:cubicBezTo>
                  <a:pt x="6949701" y="0"/>
                  <a:pt x="7000875" y="51174"/>
                  <a:pt x="7000875" y="114301"/>
                </a:cubicBezTo>
                <a:lnTo>
                  <a:pt x="7000875" y="819149"/>
                </a:lnTo>
                <a:cubicBezTo>
                  <a:pt x="7000875" y="882276"/>
                  <a:pt x="6949701" y="933450"/>
                  <a:pt x="6886574" y="933450"/>
                </a:cubicBezTo>
                <a:lnTo>
                  <a:pt x="114301" y="933450"/>
                </a:lnTo>
                <a:cubicBezTo>
                  <a:pt x="51174" y="933450"/>
                  <a:pt x="0" y="882276"/>
                  <a:pt x="0" y="8191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"/>
          <p:cNvSpPr/>
          <p:nvPr/>
        </p:nvSpPr>
        <p:spPr>
          <a:xfrm>
            <a:off x="767325" y="3734568"/>
            <a:ext cx="228600" cy="240601"/>
          </a:xfrm>
          <a:custGeom>
            <a:rect b="b" l="l" r="r" t="t"/>
            <a:pathLst>
              <a:path extrusionOk="0" h="228600" w="228600">
                <a:moveTo>
                  <a:pt x="225296" y="51703"/>
                </a:moveTo>
                <a:cubicBezTo>
                  <a:pt x="225251" y="51614"/>
                  <a:pt x="225207" y="51480"/>
                  <a:pt x="225162" y="51390"/>
                </a:cubicBezTo>
                <a:cubicBezTo>
                  <a:pt x="225117" y="51212"/>
                  <a:pt x="225028" y="51033"/>
                  <a:pt x="224939" y="50855"/>
                </a:cubicBezTo>
                <a:cubicBezTo>
                  <a:pt x="224850" y="50765"/>
                  <a:pt x="224805" y="50631"/>
                  <a:pt x="224716" y="50542"/>
                </a:cubicBezTo>
                <a:cubicBezTo>
                  <a:pt x="224626" y="50408"/>
                  <a:pt x="224492" y="50274"/>
                  <a:pt x="224403" y="50140"/>
                </a:cubicBezTo>
                <a:cubicBezTo>
                  <a:pt x="224314" y="50051"/>
                  <a:pt x="224180" y="49962"/>
                  <a:pt x="224046" y="49872"/>
                </a:cubicBezTo>
                <a:cubicBezTo>
                  <a:pt x="223912" y="49783"/>
                  <a:pt x="223778" y="49649"/>
                  <a:pt x="223644" y="49560"/>
                </a:cubicBezTo>
                <a:lnTo>
                  <a:pt x="180648" y="24780"/>
                </a:lnTo>
                <a:cubicBezTo>
                  <a:pt x="180112" y="24467"/>
                  <a:pt x="179487" y="24289"/>
                  <a:pt x="178862" y="24289"/>
                </a:cubicBezTo>
                <a:cubicBezTo>
                  <a:pt x="178237" y="24289"/>
                  <a:pt x="177611" y="24467"/>
                  <a:pt x="177076" y="24780"/>
                </a:cubicBezTo>
                <a:lnTo>
                  <a:pt x="134079" y="49560"/>
                </a:lnTo>
                <a:cubicBezTo>
                  <a:pt x="133945" y="49649"/>
                  <a:pt x="133811" y="49738"/>
                  <a:pt x="133677" y="49872"/>
                </a:cubicBezTo>
                <a:cubicBezTo>
                  <a:pt x="133543" y="49962"/>
                  <a:pt x="133454" y="50051"/>
                  <a:pt x="133320" y="50140"/>
                </a:cubicBezTo>
                <a:cubicBezTo>
                  <a:pt x="133186" y="50274"/>
                  <a:pt x="133097" y="50408"/>
                  <a:pt x="133008" y="50542"/>
                </a:cubicBezTo>
                <a:cubicBezTo>
                  <a:pt x="132918" y="50631"/>
                  <a:pt x="132829" y="50721"/>
                  <a:pt x="132784" y="50855"/>
                </a:cubicBezTo>
                <a:cubicBezTo>
                  <a:pt x="132695" y="51033"/>
                  <a:pt x="132606" y="51212"/>
                  <a:pt x="132561" y="51390"/>
                </a:cubicBezTo>
                <a:cubicBezTo>
                  <a:pt x="132517" y="51480"/>
                  <a:pt x="132472" y="51569"/>
                  <a:pt x="132427" y="51703"/>
                </a:cubicBezTo>
                <a:cubicBezTo>
                  <a:pt x="132338" y="52015"/>
                  <a:pt x="132293" y="52328"/>
                  <a:pt x="132293" y="52641"/>
                </a:cubicBezTo>
                <a:lnTo>
                  <a:pt x="132293" y="99611"/>
                </a:lnTo>
                <a:lnTo>
                  <a:pt x="96485" y="120238"/>
                </a:lnTo>
                <a:lnTo>
                  <a:pt x="96485" y="28307"/>
                </a:lnTo>
                <a:cubicBezTo>
                  <a:pt x="96485" y="27995"/>
                  <a:pt x="96441" y="27682"/>
                  <a:pt x="96351" y="27369"/>
                </a:cubicBezTo>
                <a:cubicBezTo>
                  <a:pt x="96307" y="27280"/>
                  <a:pt x="96262" y="27191"/>
                  <a:pt x="96217" y="27057"/>
                </a:cubicBezTo>
                <a:cubicBezTo>
                  <a:pt x="96173" y="26878"/>
                  <a:pt x="96083" y="26700"/>
                  <a:pt x="95994" y="26521"/>
                </a:cubicBezTo>
                <a:cubicBezTo>
                  <a:pt x="95949" y="26387"/>
                  <a:pt x="95816" y="26298"/>
                  <a:pt x="95771" y="26209"/>
                </a:cubicBezTo>
                <a:cubicBezTo>
                  <a:pt x="95682" y="26075"/>
                  <a:pt x="95548" y="25941"/>
                  <a:pt x="95458" y="25807"/>
                </a:cubicBezTo>
                <a:cubicBezTo>
                  <a:pt x="95369" y="25717"/>
                  <a:pt x="95235" y="25628"/>
                  <a:pt x="95101" y="25539"/>
                </a:cubicBezTo>
                <a:cubicBezTo>
                  <a:pt x="94967" y="25450"/>
                  <a:pt x="94833" y="25316"/>
                  <a:pt x="94699" y="25226"/>
                </a:cubicBezTo>
                <a:lnTo>
                  <a:pt x="51703" y="491"/>
                </a:lnTo>
                <a:cubicBezTo>
                  <a:pt x="51167" y="179"/>
                  <a:pt x="50542" y="0"/>
                  <a:pt x="49917" y="0"/>
                </a:cubicBezTo>
                <a:cubicBezTo>
                  <a:pt x="49292" y="0"/>
                  <a:pt x="48667" y="179"/>
                  <a:pt x="48131" y="491"/>
                </a:cubicBezTo>
                <a:lnTo>
                  <a:pt x="5135" y="25226"/>
                </a:lnTo>
                <a:cubicBezTo>
                  <a:pt x="5001" y="25316"/>
                  <a:pt x="4867" y="25405"/>
                  <a:pt x="4733" y="25539"/>
                </a:cubicBezTo>
                <a:cubicBezTo>
                  <a:pt x="4599" y="25628"/>
                  <a:pt x="4509" y="25718"/>
                  <a:pt x="4376" y="25807"/>
                </a:cubicBezTo>
                <a:cubicBezTo>
                  <a:pt x="4242" y="25941"/>
                  <a:pt x="4152" y="26075"/>
                  <a:pt x="4063" y="26209"/>
                </a:cubicBezTo>
                <a:cubicBezTo>
                  <a:pt x="3974" y="26343"/>
                  <a:pt x="3884" y="26432"/>
                  <a:pt x="3795" y="26521"/>
                </a:cubicBezTo>
                <a:cubicBezTo>
                  <a:pt x="3706" y="26700"/>
                  <a:pt x="3617" y="26878"/>
                  <a:pt x="3572" y="27057"/>
                </a:cubicBezTo>
                <a:cubicBezTo>
                  <a:pt x="3527" y="27146"/>
                  <a:pt x="3483" y="27236"/>
                  <a:pt x="3438" y="27369"/>
                </a:cubicBezTo>
                <a:cubicBezTo>
                  <a:pt x="3349" y="27682"/>
                  <a:pt x="3304" y="27995"/>
                  <a:pt x="3304" y="28307"/>
                </a:cubicBezTo>
                <a:lnTo>
                  <a:pt x="3304" y="175513"/>
                </a:lnTo>
                <a:cubicBezTo>
                  <a:pt x="3304" y="176138"/>
                  <a:pt x="3483" y="176763"/>
                  <a:pt x="3795" y="177299"/>
                </a:cubicBezTo>
                <a:cubicBezTo>
                  <a:pt x="4108" y="177835"/>
                  <a:pt x="4554" y="178281"/>
                  <a:pt x="5090" y="178594"/>
                </a:cubicBezTo>
                <a:lnTo>
                  <a:pt x="91083" y="228109"/>
                </a:lnTo>
                <a:cubicBezTo>
                  <a:pt x="91261" y="228198"/>
                  <a:pt x="91485" y="228287"/>
                  <a:pt x="91663" y="228332"/>
                </a:cubicBezTo>
                <a:cubicBezTo>
                  <a:pt x="91753" y="228377"/>
                  <a:pt x="91842" y="228421"/>
                  <a:pt x="91931" y="228466"/>
                </a:cubicBezTo>
                <a:cubicBezTo>
                  <a:pt x="92512" y="228645"/>
                  <a:pt x="93181" y="228645"/>
                  <a:pt x="93762" y="228466"/>
                </a:cubicBezTo>
                <a:cubicBezTo>
                  <a:pt x="93851" y="228421"/>
                  <a:pt x="93940" y="228377"/>
                  <a:pt x="94030" y="228377"/>
                </a:cubicBezTo>
                <a:cubicBezTo>
                  <a:pt x="94253" y="228287"/>
                  <a:pt x="94476" y="228243"/>
                  <a:pt x="94655" y="228109"/>
                </a:cubicBezTo>
                <a:lnTo>
                  <a:pt x="180648" y="178638"/>
                </a:lnTo>
                <a:cubicBezTo>
                  <a:pt x="181183" y="178326"/>
                  <a:pt x="181630" y="177879"/>
                  <a:pt x="181942" y="177344"/>
                </a:cubicBezTo>
                <a:cubicBezTo>
                  <a:pt x="182255" y="176808"/>
                  <a:pt x="182434" y="176183"/>
                  <a:pt x="182434" y="175558"/>
                </a:cubicBezTo>
                <a:lnTo>
                  <a:pt x="182434" y="128543"/>
                </a:lnTo>
                <a:lnTo>
                  <a:pt x="223599" y="104835"/>
                </a:lnTo>
                <a:cubicBezTo>
                  <a:pt x="224135" y="104522"/>
                  <a:pt x="224582" y="104076"/>
                  <a:pt x="224894" y="103495"/>
                </a:cubicBezTo>
                <a:cubicBezTo>
                  <a:pt x="225207" y="102915"/>
                  <a:pt x="225385" y="102334"/>
                  <a:pt x="225385" y="101709"/>
                </a:cubicBezTo>
                <a:lnTo>
                  <a:pt x="225385" y="52685"/>
                </a:lnTo>
                <a:cubicBezTo>
                  <a:pt x="225385" y="52373"/>
                  <a:pt x="225341" y="52060"/>
                  <a:pt x="225296" y="51748"/>
                </a:cubicBezTo>
                <a:close/>
                <a:moveTo>
                  <a:pt x="49917" y="7724"/>
                </a:moveTo>
                <a:lnTo>
                  <a:pt x="85725" y="28307"/>
                </a:lnTo>
                <a:lnTo>
                  <a:pt x="49917" y="48935"/>
                </a:lnTo>
                <a:lnTo>
                  <a:pt x="14109" y="28307"/>
                </a:lnTo>
                <a:lnTo>
                  <a:pt x="49917" y="7680"/>
                </a:lnTo>
                <a:close/>
                <a:moveTo>
                  <a:pt x="89297" y="34513"/>
                </a:moveTo>
                <a:lnTo>
                  <a:pt x="89297" y="124391"/>
                </a:lnTo>
                <a:cubicBezTo>
                  <a:pt x="74474" y="132918"/>
                  <a:pt x="62552" y="139794"/>
                  <a:pt x="53489" y="145018"/>
                </a:cubicBezTo>
                <a:lnTo>
                  <a:pt x="53489" y="55141"/>
                </a:lnTo>
                <a:cubicBezTo>
                  <a:pt x="68312" y="46613"/>
                  <a:pt x="80233" y="39737"/>
                  <a:pt x="89297" y="34513"/>
                </a:cubicBezTo>
                <a:close/>
                <a:moveTo>
                  <a:pt x="89297" y="218822"/>
                </a:moveTo>
                <a:lnTo>
                  <a:pt x="10492" y="173459"/>
                </a:lnTo>
                <a:lnTo>
                  <a:pt x="10492" y="34513"/>
                </a:lnTo>
                <a:cubicBezTo>
                  <a:pt x="19556" y="39737"/>
                  <a:pt x="31522" y="46613"/>
                  <a:pt x="46300" y="55141"/>
                </a:cubicBezTo>
                <a:lnTo>
                  <a:pt x="46300" y="151224"/>
                </a:lnTo>
                <a:cubicBezTo>
                  <a:pt x="46300" y="151358"/>
                  <a:pt x="46345" y="151492"/>
                  <a:pt x="46345" y="151626"/>
                </a:cubicBezTo>
                <a:cubicBezTo>
                  <a:pt x="46345" y="151805"/>
                  <a:pt x="46390" y="151983"/>
                  <a:pt x="46434" y="152162"/>
                </a:cubicBezTo>
                <a:cubicBezTo>
                  <a:pt x="46479" y="152296"/>
                  <a:pt x="46524" y="152430"/>
                  <a:pt x="46613" y="152564"/>
                </a:cubicBezTo>
                <a:cubicBezTo>
                  <a:pt x="46658" y="152698"/>
                  <a:pt x="46747" y="152876"/>
                  <a:pt x="46792" y="153010"/>
                </a:cubicBezTo>
                <a:cubicBezTo>
                  <a:pt x="46881" y="153144"/>
                  <a:pt x="46970" y="153233"/>
                  <a:pt x="47059" y="153367"/>
                </a:cubicBezTo>
                <a:cubicBezTo>
                  <a:pt x="47149" y="153501"/>
                  <a:pt x="47238" y="153635"/>
                  <a:pt x="47372" y="153725"/>
                </a:cubicBezTo>
                <a:cubicBezTo>
                  <a:pt x="47461" y="153814"/>
                  <a:pt x="47595" y="153903"/>
                  <a:pt x="47729" y="153992"/>
                </a:cubicBezTo>
                <a:cubicBezTo>
                  <a:pt x="47863" y="154082"/>
                  <a:pt x="47997" y="154216"/>
                  <a:pt x="48131" y="154305"/>
                </a:cubicBezTo>
                <a:lnTo>
                  <a:pt x="89297" y="177611"/>
                </a:lnTo>
                <a:lnTo>
                  <a:pt x="89342" y="218867"/>
                </a:lnTo>
                <a:close/>
                <a:moveTo>
                  <a:pt x="92869" y="171405"/>
                </a:moveTo>
                <a:lnTo>
                  <a:pt x="57150" y="151180"/>
                </a:lnTo>
                <a:cubicBezTo>
                  <a:pt x="81573" y="137115"/>
                  <a:pt x="107826" y="122024"/>
                  <a:pt x="135865" y="105861"/>
                </a:cubicBezTo>
                <a:lnTo>
                  <a:pt x="171629" y="126444"/>
                </a:lnTo>
                <a:cubicBezTo>
                  <a:pt x="158502" y="133945"/>
                  <a:pt x="132249" y="148903"/>
                  <a:pt x="92869" y="171405"/>
                </a:cubicBezTo>
                <a:close/>
                <a:moveTo>
                  <a:pt x="175245" y="173459"/>
                </a:moveTo>
                <a:lnTo>
                  <a:pt x="96441" y="218822"/>
                </a:lnTo>
                <a:lnTo>
                  <a:pt x="96441" y="177611"/>
                </a:lnTo>
                <a:cubicBezTo>
                  <a:pt x="141714" y="151805"/>
                  <a:pt x="167967" y="136803"/>
                  <a:pt x="175245" y="132606"/>
                </a:cubicBezTo>
                <a:lnTo>
                  <a:pt x="175245" y="173415"/>
                </a:lnTo>
                <a:close/>
                <a:moveTo>
                  <a:pt x="175245" y="120283"/>
                </a:moveTo>
                <a:cubicBezTo>
                  <a:pt x="166181" y="115104"/>
                  <a:pt x="154216" y="108228"/>
                  <a:pt x="139437" y="99700"/>
                </a:cubicBezTo>
                <a:lnTo>
                  <a:pt x="139437" y="58891"/>
                </a:lnTo>
                <a:cubicBezTo>
                  <a:pt x="148501" y="64115"/>
                  <a:pt x="160466" y="70991"/>
                  <a:pt x="175245" y="79519"/>
                </a:cubicBezTo>
                <a:lnTo>
                  <a:pt x="175245" y="120283"/>
                </a:lnTo>
                <a:close/>
                <a:moveTo>
                  <a:pt x="178817" y="73268"/>
                </a:moveTo>
                <a:lnTo>
                  <a:pt x="143009" y="52641"/>
                </a:lnTo>
                <a:lnTo>
                  <a:pt x="178817" y="32013"/>
                </a:lnTo>
                <a:lnTo>
                  <a:pt x="214625" y="52596"/>
                </a:lnTo>
                <a:lnTo>
                  <a:pt x="178817" y="73223"/>
                </a:lnTo>
                <a:close/>
                <a:moveTo>
                  <a:pt x="182389" y="120283"/>
                </a:moveTo>
                <a:lnTo>
                  <a:pt x="182389" y="79519"/>
                </a:lnTo>
                <a:cubicBezTo>
                  <a:pt x="197212" y="70991"/>
                  <a:pt x="209178" y="64115"/>
                  <a:pt x="218242" y="58891"/>
                </a:cubicBezTo>
                <a:lnTo>
                  <a:pt x="218242" y="99700"/>
                </a:lnTo>
                <a:lnTo>
                  <a:pt x="182389" y="12032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"/>
          <p:cNvSpPr/>
          <p:nvPr/>
        </p:nvSpPr>
        <p:spPr>
          <a:xfrm>
            <a:off x="1138800" y="3589033"/>
            <a:ext cx="198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Laravel 12 REST API</a:t>
            </a:r>
            <a:endParaRPr b="0" i="0" sz="1600" u="none" cap="none" strike="noStrike"/>
          </a:p>
        </p:txBody>
      </p:sp>
      <p:sp>
        <p:nvSpPr>
          <p:cNvPr id="250" name="Google Shape;250;p3"/>
          <p:cNvSpPr/>
          <p:nvPr/>
        </p:nvSpPr>
        <p:spPr>
          <a:xfrm>
            <a:off x="1148250" y="3882499"/>
            <a:ext cx="1962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PHP 8.2 · Sanctum · Docker</a:t>
            </a:r>
            <a:endParaRPr b="0" i="0" sz="1600" u="none" cap="none" strike="noStrike"/>
          </a:p>
        </p:txBody>
      </p:sp>
      <p:sp>
        <p:nvSpPr>
          <p:cNvPr id="251" name="Google Shape;251;p3"/>
          <p:cNvSpPr/>
          <p:nvPr/>
        </p:nvSpPr>
        <p:spPr>
          <a:xfrm>
            <a:off x="3040457" y="3691905"/>
            <a:ext cx="638175" cy="280702"/>
          </a:xfrm>
          <a:custGeom>
            <a:rect b="b" l="l" r="r" t="t"/>
            <a:pathLst>
              <a:path extrusionOk="0" h="266700" w="638175">
                <a:moveTo>
                  <a:pt x="133350" y="0"/>
                </a:moveTo>
                <a:lnTo>
                  <a:pt x="504825" y="0"/>
                </a:lnTo>
                <a:cubicBezTo>
                  <a:pt x="578423" y="0"/>
                  <a:pt x="638175" y="59752"/>
                  <a:pt x="638175" y="133350"/>
                </a:cubicBezTo>
                <a:lnTo>
                  <a:pt x="638175" y="133350"/>
                </a:lnTo>
                <a:cubicBezTo>
                  <a:pt x="638175" y="206948"/>
                  <a:pt x="578423" y="266700"/>
                  <a:pt x="504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"/>
          <p:cNvSpPr/>
          <p:nvPr/>
        </p:nvSpPr>
        <p:spPr>
          <a:xfrm>
            <a:off x="3062757" y="3691918"/>
            <a:ext cx="705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Roman</a:t>
            </a:r>
            <a:endParaRPr b="0" i="0" sz="1600" u="none" cap="none" strike="noStrike"/>
          </a:p>
        </p:txBody>
      </p:sp>
      <p:sp>
        <p:nvSpPr>
          <p:cNvPr id="253" name="Google Shape;253;p3"/>
          <p:cNvSpPr/>
          <p:nvPr/>
        </p:nvSpPr>
        <p:spPr>
          <a:xfrm>
            <a:off x="3995077" y="3902573"/>
            <a:ext cx="7812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Eloquent ORM</a:t>
            </a:r>
            <a:endParaRPr b="0" i="0" sz="1600" u="none" cap="none" strike="noStrike"/>
          </a:p>
        </p:txBody>
      </p:sp>
      <p:sp>
        <p:nvSpPr>
          <p:cNvPr id="254" name="Google Shape;254;p3"/>
          <p:cNvSpPr/>
          <p:nvPr/>
        </p:nvSpPr>
        <p:spPr>
          <a:xfrm>
            <a:off x="4808050" y="3258054"/>
            <a:ext cx="2800350" cy="1194721"/>
          </a:xfrm>
          <a:custGeom>
            <a:rect b="b" l="l" r="r" t="t"/>
            <a:pathLst>
              <a:path extrusionOk="0" h="704850" w="7000875">
                <a:moveTo>
                  <a:pt x="114298" y="0"/>
                </a:moveTo>
                <a:lnTo>
                  <a:pt x="6886577" y="0"/>
                </a:lnTo>
                <a:cubicBezTo>
                  <a:pt x="6949702" y="0"/>
                  <a:pt x="7000875" y="51173"/>
                  <a:pt x="7000875" y="114298"/>
                </a:cubicBezTo>
                <a:lnTo>
                  <a:pt x="7000875" y="590552"/>
                </a:lnTo>
                <a:cubicBezTo>
                  <a:pt x="7000875" y="653677"/>
                  <a:pt x="6949702" y="704850"/>
                  <a:pt x="6886577" y="704850"/>
                </a:cubicBezTo>
                <a:lnTo>
                  <a:pt x="114298" y="704850"/>
                </a:lnTo>
                <a:cubicBezTo>
                  <a:pt x="51215" y="704850"/>
                  <a:pt x="0" y="653635"/>
                  <a:pt x="0" y="5905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"/>
          <p:cNvSpPr/>
          <p:nvPr/>
        </p:nvSpPr>
        <p:spPr>
          <a:xfrm>
            <a:off x="4867738" y="3732165"/>
            <a:ext cx="133517" cy="200596"/>
          </a:xfrm>
          <a:custGeom>
            <a:rect b="b" l="l" r="r" t="t"/>
            <a:pathLst>
              <a:path extrusionOk="0" h="228600" w="200025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"/>
          <p:cNvSpPr/>
          <p:nvPr/>
        </p:nvSpPr>
        <p:spPr>
          <a:xfrm>
            <a:off x="5092726" y="3428444"/>
            <a:ext cx="16419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PostgreSQL su Supabase</a:t>
            </a:r>
            <a:endParaRPr b="0" i="0" sz="1600" u="none" cap="none" strike="noStrike"/>
          </a:p>
        </p:txBody>
      </p:sp>
      <p:sp>
        <p:nvSpPr>
          <p:cNvPr id="257" name="Google Shape;257;p3"/>
          <p:cNvSpPr/>
          <p:nvPr/>
        </p:nvSpPr>
        <p:spPr>
          <a:xfrm>
            <a:off x="5092725" y="3930263"/>
            <a:ext cx="16302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3 tabelle: users, telemetries, device_settings</a:t>
            </a:r>
            <a:endParaRPr b="0" i="0" sz="1600" u="none" cap="none" strike="noStrike"/>
          </a:p>
        </p:txBody>
      </p:sp>
      <p:sp>
        <p:nvSpPr>
          <p:cNvPr id="258" name="Google Shape;258;p3"/>
          <p:cNvSpPr/>
          <p:nvPr/>
        </p:nvSpPr>
        <p:spPr>
          <a:xfrm>
            <a:off x="6831495" y="3739573"/>
            <a:ext cx="638175" cy="280702"/>
          </a:xfrm>
          <a:custGeom>
            <a:rect b="b" l="l" r="r" t="t"/>
            <a:pathLst>
              <a:path extrusionOk="0" h="266700" w="638175">
                <a:moveTo>
                  <a:pt x="133350" y="0"/>
                </a:moveTo>
                <a:lnTo>
                  <a:pt x="504825" y="0"/>
                </a:lnTo>
                <a:cubicBezTo>
                  <a:pt x="578423" y="0"/>
                  <a:pt x="638175" y="59752"/>
                  <a:pt x="638175" y="133350"/>
                </a:cubicBezTo>
                <a:lnTo>
                  <a:pt x="638175" y="133350"/>
                </a:lnTo>
                <a:cubicBezTo>
                  <a:pt x="638175" y="206948"/>
                  <a:pt x="578423" y="266700"/>
                  <a:pt x="504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"/>
          <p:cNvSpPr/>
          <p:nvPr/>
        </p:nvSpPr>
        <p:spPr>
          <a:xfrm>
            <a:off x="6829045" y="3739573"/>
            <a:ext cx="705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Roman</a:t>
            </a:r>
            <a:endParaRPr b="0" i="0" sz="1600" u="none" cap="none" strike="noStrike"/>
          </a:p>
        </p:txBody>
      </p:sp>
      <p:sp>
        <p:nvSpPr>
          <p:cNvPr id="260" name="Google Shape;260;p3"/>
          <p:cNvSpPr/>
          <p:nvPr/>
        </p:nvSpPr>
        <p:spPr>
          <a:xfrm>
            <a:off x="1828404" y="4923935"/>
            <a:ext cx="1086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Axios (Bearer token)</a:t>
            </a:r>
            <a:endParaRPr b="0" i="0" sz="1600" u="none" cap="none" strike="noStrike"/>
          </a:p>
        </p:txBody>
      </p:sp>
      <p:sp>
        <p:nvSpPr>
          <p:cNvPr id="261" name="Google Shape;261;p3"/>
          <p:cNvSpPr/>
          <p:nvPr/>
        </p:nvSpPr>
        <p:spPr>
          <a:xfrm>
            <a:off x="614925" y="5124673"/>
            <a:ext cx="7000875" cy="741855"/>
          </a:xfrm>
          <a:custGeom>
            <a:rect b="b" l="l" r="r" t="t"/>
            <a:pathLst>
              <a:path extrusionOk="0" h="704850" w="7000875">
                <a:moveTo>
                  <a:pt x="114298" y="0"/>
                </a:moveTo>
                <a:lnTo>
                  <a:pt x="6886577" y="0"/>
                </a:lnTo>
                <a:cubicBezTo>
                  <a:pt x="6949702" y="0"/>
                  <a:pt x="7000875" y="51173"/>
                  <a:pt x="7000875" y="114298"/>
                </a:cubicBezTo>
                <a:lnTo>
                  <a:pt x="7000875" y="590552"/>
                </a:lnTo>
                <a:cubicBezTo>
                  <a:pt x="7000875" y="653677"/>
                  <a:pt x="6949702" y="704850"/>
                  <a:pt x="6886577" y="704850"/>
                </a:cubicBezTo>
                <a:lnTo>
                  <a:pt x="114298" y="704850"/>
                </a:lnTo>
                <a:cubicBezTo>
                  <a:pt x="51215" y="704850"/>
                  <a:pt x="0" y="653635"/>
                  <a:pt x="0" y="5905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"/>
          <p:cNvSpPr/>
          <p:nvPr/>
        </p:nvSpPr>
        <p:spPr>
          <a:xfrm>
            <a:off x="767325" y="5375594"/>
            <a:ext cx="228600" cy="240601"/>
          </a:xfrm>
          <a:custGeom>
            <a:rect b="b" l="l" r="r" t="t"/>
            <a:pathLst>
              <a:path extrusionOk="0" h="228600" w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"/>
          <p:cNvSpPr/>
          <p:nvPr/>
        </p:nvSpPr>
        <p:spPr>
          <a:xfrm>
            <a:off x="1138800" y="5255152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React 19 + Vite 7 Dashboard</a:t>
            </a:r>
            <a:endParaRPr b="0" i="0" sz="1600" u="none" cap="none" strike="noStrike"/>
          </a:p>
        </p:txBody>
      </p:sp>
      <p:sp>
        <p:nvSpPr>
          <p:cNvPr id="264" name="Google Shape;264;p3"/>
          <p:cNvSpPr/>
          <p:nvPr/>
        </p:nvSpPr>
        <p:spPr>
          <a:xfrm>
            <a:off x="1148250" y="5608959"/>
            <a:ext cx="2152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TailwindCSS 4 · Recharts · Netlify</a:t>
            </a:r>
            <a:endParaRPr b="0" i="0" sz="1600" u="none" cap="none" strike="noStrike"/>
          </a:p>
        </p:txBody>
      </p:sp>
      <p:sp>
        <p:nvSpPr>
          <p:cNvPr id="265" name="Google Shape;265;p3"/>
          <p:cNvSpPr/>
          <p:nvPr/>
        </p:nvSpPr>
        <p:spPr>
          <a:xfrm>
            <a:off x="6557350" y="5355525"/>
            <a:ext cx="705945" cy="280702"/>
          </a:xfrm>
          <a:custGeom>
            <a:rect b="b" l="l" r="r" t="t"/>
            <a:pathLst>
              <a:path extrusionOk="0" h="266700" w="1162050">
                <a:moveTo>
                  <a:pt x="133350" y="0"/>
                </a:moveTo>
                <a:lnTo>
                  <a:pt x="1028700" y="0"/>
                </a:lnTo>
                <a:cubicBezTo>
                  <a:pt x="1102298" y="0"/>
                  <a:pt x="1162050" y="59752"/>
                  <a:pt x="1162050" y="133350"/>
                </a:cubicBezTo>
                <a:lnTo>
                  <a:pt x="1162050" y="133350"/>
                </a:lnTo>
                <a:cubicBezTo>
                  <a:pt x="1162050" y="206948"/>
                  <a:pt x="1102298" y="266700"/>
                  <a:pt x="1028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"/>
          <p:cNvSpPr/>
          <p:nvPr/>
        </p:nvSpPr>
        <p:spPr>
          <a:xfrm>
            <a:off x="6610325" y="5366575"/>
            <a:ext cx="600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Luka</a:t>
            </a:r>
            <a:endParaRPr b="0" i="0" sz="1600" u="none" cap="none" strike="noStrike"/>
          </a:p>
        </p:txBody>
      </p:sp>
      <p:sp>
        <p:nvSpPr>
          <p:cNvPr id="267" name="Google Shape;267;p3"/>
          <p:cNvSpPr/>
          <p:nvPr/>
        </p:nvSpPr>
        <p:spPr>
          <a:xfrm>
            <a:off x="8035225" y="1033449"/>
            <a:ext cx="3771900" cy="2985492"/>
          </a:xfrm>
          <a:custGeom>
            <a:rect b="b" l="l" r="r" t="t"/>
            <a:pathLst>
              <a:path extrusionOk="0" h="2809875" w="3771900">
                <a:moveTo>
                  <a:pt x="114306" y="0"/>
                </a:moveTo>
                <a:lnTo>
                  <a:pt x="3657594" y="0"/>
                </a:lnTo>
                <a:cubicBezTo>
                  <a:pt x="3720724" y="0"/>
                  <a:pt x="3771900" y="51176"/>
                  <a:pt x="3771900" y="114306"/>
                </a:cubicBezTo>
                <a:lnTo>
                  <a:pt x="3771900" y="2695569"/>
                </a:lnTo>
                <a:cubicBezTo>
                  <a:pt x="3771900" y="2758699"/>
                  <a:pt x="3720724" y="2809875"/>
                  <a:pt x="3657594" y="2809875"/>
                </a:cubicBezTo>
                <a:lnTo>
                  <a:pt x="114306" y="2809875"/>
                </a:lnTo>
                <a:cubicBezTo>
                  <a:pt x="51176" y="2809875"/>
                  <a:pt x="0" y="2758699"/>
                  <a:pt x="0" y="2695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"/>
          <p:cNvSpPr/>
          <p:nvPr/>
        </p:nvSpPr>
        <p:spPr>
          <a:xfrm>
            <a:off x="8216200" y="1241009"/>
            <a:ext cx="190500" cy="202406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"/>
          <p:cNvSpPr/>
          <p:nvPr/>
        </p:nvSpPr>
        <p:spPr>
          <a:xfrm>
            <a:off x="8506713" y="1200510"/>
            <a:ext cx="11430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Punti Chiave</a:t>
            </a:r>
            <a:endParaRPr b="0" i="0" sz="1600" u="none" cap="none" strike="noStrike"/>
          </a:p>
        </p:txBody>
      </p:sp>
      <p:sp>
        <p:nvSpPr>
          <p:cNvPr id="270" name="Google Shape;270;p3"/>
          <p:cNvSpPr/>
          <p:nvPr/>
        </p:nvSpPr>
        <p:spPr>
          <a:xfrm>
            <a:off x="8192388" y="1625752"/>
            <a:ext cx="228600" cy="242888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"/>
          <p:cNvSpPr/>
          <p:nvPr/>
        </p:nvSpPr>
        <p:spPr>
          <a:xfrm>
            <a:off x="8283768" y="1666252"/>
            <a:ext cx="104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600" u="none" cap="none" strike="noStrike"/>
          </a:p>
        </p:txBody>
      </p:sp>
      <p:sp>
        <p:nvSpPr>
          <p:cNvPr id="272" name="Google Shape;272;p3"/>
          <p:cNvSpPr/>
          <p:nvPr/>
        </p:nvSpPr>
        <p:spPr>
          <a:xfrm>
            <a:off x="8535288" y="1605503"/>
            <a:ext cx="3190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L'ESP32 è il </a:t>
            </a: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client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HTTP, non il server — è lui che "parla per primo"</a:t>
            </a:r>
            <a:endParaRPr b="0" i="0" sz="1600" u="none" cap="none" strike="noStrike"/>
          </a:p>
        </p:txBody>
      </p:sp>
      <p:sp>
        <p:nvSpPr>
          <p:cNvPr id="273" name="Google Shape;273;p3"/>
          <p:cNvSpPr/>
          <p:nvPr/>
        </p:nvSpPr>
        <p:spPr>
          <a:xfrm>
            <a:off x="8192388" y="2152244"/>
            <a:ext cx="228600" cy="242888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"/>
          <p:cNvSpPr/>
          <p:nvPr/>
        </p:nvSpPr>
        <p:spPr>
          <a:xfrm>
            <a:off x="8273350" y="2192743"/>
            <a:ext cx="123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600" u="none" cap="none" strike="noStrike"/>
          </a:p>
        </p:txBody>
      </p:sp>
      <p:sp>
        <p:nvSpPr>
          <p:cNvPr id="275" name="Google Shape;275;p3"/>
          <p:cNvSpPr/>
          <p:nvPr/>
        </p:nvSpPr>
        <p:spPr>
          <a:xfrm>
            <a:off x="8535288" y="2131994"/>
            <a:ext cx="31908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Il controllo ventola </a:t>
            </a: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non ha endpoint dedicato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: arriva come risposta JSON alla POST dell'ESP32</a:t>
            </a:r>
            <a:endParaRPr b="0" i="0" sz="1600" u="none" cap="none" strike="noStrike"/>
          </a:p>
        </p:txBody>
      </p:sp>
      <p:sp>
        <p:nvSpPr>
          <p:cNvPr id="276" name="Google Shape;276;p3"/>
          <p:cNvSpPr/>
          <p:nvPr/>
        </p:nvSpPr>
        <p:spPr>
          <a:xfrm>
            <a:off x="8192388" y="2901481"/>
            <a:ext cx="228600" cy="242888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"/>
          <p:cNvSpPr/>
          <p:nvPr/>
        </p:nvSpPr>
        <p:spPr>
          <a:xfrm>
            <a:off x="8272904" y="2941980"/>
            <a:ext cx="123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278" name="Google Shape;278;p3"/>
          <p:cNvSpPr/>
          <p:nvPr/>
        </p:nvSpPr>
        <p:spPr>
          <a:xfrm>
            <a:off x="8535288" y="2881231"/>
            <a:ext cx="3190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Tre cloud separati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: Railway (€5/mese), Supabase (gratuito), Netlify (gratuito)</a:t>
            </a:r>
            <a:endParaRPr b="0" i="0" sz="1600" u="none" cap="none" strike="noStrike"/>
          </a:p>
        </p:txBody>
      </p:sp>
      <p:sp>
        <p:nvSpPr>
          <p:cNvPr id="279" name="Google Shape;279;p3"/>
          <p:cNvSpPr/>
          <p:nvPr/>
        </p:nvSpPr>
        <p:spPr>
          <a:xfrm>
            <a:off x="8192388" y="3427972"/>
            <a:ext cx="228600" cy="242888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"/>
          <p:cNvSpPr/>
          <p:nvPr/>
        </p:nvSpPr>
        <p:spPr>
          <a:xfrm>
            <a:off x="8272904" y="3468472"/>
            <a:ext cx="123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600" u="none" cap="none" strike="noStrike"/>
          </a:p>
        </p:txBody>
      </p:sp>
      <p:sp>
        <p:nvSpPr>
          <p:cNvPr id="281" name="Google Shape;281;p3"/>
          <p:cNvSpPr/>
          <p:nvPr/>
        </p:nvSpPr>
        <p:spPr>
          <a:xfrm>
            <a:off x="8535288" y="3407723"/>
            <a:ext cx="3190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Docker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garantisce che il backend si comporti uguale in locale e in produzione</a:t>
            </a:r>
            <a:endParaRPr b="0" i="0" sz="1600" u="none" cap="none" strike="noStrike"/>
          </a:p>
        </p:txBody>
      </p:sp>
      <p:sp>
        <p:nvSpPr>
          <p:cNvPr id="282" name="Google Shape;282;p3"/>
          <p:cNvSpPr/>
          <p:nvPr/>
        </p:nvSpPr>
        <p:spPr>
          <a:xfrm>
            <a:off x="8035225" y="4236651"/>
            <a:ext cx="3771900" cy="2229612"/>
          </a:xfrm>
          <a:custGeom>
            <a:rect b="b" l="l" r="r" t="t"/>
            <a:pathLst>
              <a:path extrusionOk="0" h="1990725" w="3771900">
                <a:moveTo>
                  <a:pt x="114307" y="0"/>
                </a:moveTo>
                <a:lnTo>
                  <a:pt x="3657593" y="0"/>
                </a:lnTo>
                <a:cubicBezTo>
                  <a:pt x="3720723" y="0"/>
                  <a:pt x="3771900" y="51177"/>
                  <a:pt x="3771900" y="114307"/>
                </a:cubicBezTo>
                <a:lnTo>
                  <a:pt x="3771900" y="1876418"/>
                </a:lnTo>
                <a:cubicBezTo>
                  <a:pt x="3771900" y="1939548"/>
                  <a:pt x="3720723" y="1990725"/>
                  <a:pt x="3657593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"/>
          <p:cNvSpPr/>
          <p:nvPr/>
        </p:nvSpPr>
        <p:spPr>
          <a:xfrm>
            <a:off x="8204294" y="4455432"/>
            <a:ext cx="214313" cy="213360"/>
          </a:xfrm>
          <a:custGeom>
            <a:rect b="b" l="l" r="r" t="t"/>
            <a:pathLst>
              <a:path extrusionOk="0" h="190500" w="214313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"/>
          <p:cNvSpPr/>
          <p:nvPr/>
        </p:nvSpPr>
        <p:spPr>
          <a:xfrm>
            <a:off x="8506713" y="4412743"/>
            <a:ext cx="1000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Stack Cloud</a:t>
            </a:r>
            <a:endParaRPr b="0" i="0" sz="1600" u="none" cap="none" strike="noStrike"/>
          </a:p>
        </p:txBody>
      </p:sp>
      <p:sp>
        <p:nvSpPr>
          <p:cNvPr id="285" name="Google Shape;285;p3"/>
          <p:cNvSpPr/>
          <p:nvPr/>
        </p:nvSpPr>
        <p:spPr>
          <a:xfrm>
            <a:off x="8192388" y="4839633"/>
            <a:ext cx="3457575" cy="426720"/>
          </a:xfrm>
          <a:custGeom>
            <a:rect b="b" l="l" r="r" t="t"/>
            <a:pathLst>
              <a:path extrusionOk="0" h="381000" w="3457575">
                <a:moveTo>
                  <a:pt x="76200" y="0"/>
                </a:moveTo>
                <a:lnTo>
                  <a:pt x="3381375" y="0"/>
                </a:lnTo>
                <a:cubicBezTo>
                  <a:pt x="3423431" y="0"/>
                  <a:pt x="3457575" y="34144"/>
                  <a:pt x="3457575" y="76200"/>
                </a:cubicBezTo>
                <a:lnTo>
                  <a:pt x="3457575" y="304800"/>
                </a:lnTo>
                <a:cubicBezTo>
                  <a:pt x="3457575" y="346856"/>
                  <a:pt x="3423431" y="381000"/>
                  <a:pt x="33813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"/>
          <p:cNvSpPr/>
          <p:nvPr/>
        </p:nvSpPr>
        <p:spPr>
          <a:xfrm>
            <a:off x="8297163" y="4967700"/>
            <a:ext cx="133350" cy="170688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"/>
          <p:cNvSpPr/>
          <p:nvPr/>
        </p:nvSpPr>
        <p:spPr>
          <a:xfrm>
            <a:off x="8535288" y="4925011"/>
            <a:ext cx="590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Railway</a:t>
            </a:r>
            <a:endParaRPr b="0" i="0" sz="1600" u="none" cap="none" strike="noStrike"/>
          </a:p>
        </p:txBody>
      </p:sp>
      <p:sp>
        <p:nvSpPr>
          <p:cNvPr id="288" name="Google Shape;288;p3"/>
          <p:cNvSpPr/>
          <p:nvPr/>
        </p:nvSpPr>
        <p:spPr>
          <a:xfrm>
            <a:off x="11037833" y="4946355"/>
            <a:ext cx="600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€5/mese</a:t>
            </a:r>
            <a:endParaRPr b="0" i="0" sz="1600" u="none" cap="none" strike="noStrike"/>
          </a:p>
        </p:txBody>
      </p:sp>
      <p:sp>
        <p:nvSpPr>
          <p:cNvPr id="289" name="Google Shape;289;p3"/>
          <p:cNvSpPr/>
          <p:nvPr/>
        </p:nvSpPr>
        <p:spPr>
          <a:xfrm>
            <a:off x="8192388" y="5351901"/>
            <a:ext cx="3457575" cy="426720"/>
          </a:xfrm>
          <a:custGeom>
            <a:rect b="b" l="l" r="r" t="t"/>
            <a:pathLst>
              <a:path extrusionOk="0" h="381000" w="3457575">
                <a:moveTo>
                  <a:pt x="76200" y="0"/>
                </a:moveTo>
                <a:lnTo>
                  <a:pt x="3381375" y="0"/>
                </a:lnTo>
                <a:cubicBezTo>
                  <a:pt x="3423431" y="0"/>
                  <a:pt x="3457575" y="34144"/>
                  <a:pt x="3457575" y="76200"/>
                </a:cubicBezTo>
                <a:lnTo>
                  <a:pt x="3457575" y="304800"/>
                </a:lnTo>
                <a:cubicBezTo>
                  <a:pt x="3457575" y="346856"/>
                  <a:pt x="3423431" y="381000"/>
                  <a:pt x="33813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"/>
          <p:cNvSpPr/>
          <p:nvPr/>
        </p:nvSpPr>
        <p:spPr>
          <a:xfrm>
            <a:off x="8297163" y="5479968"/>
            <a:ext cx="133350" cy="170688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"/>
          <p:cNvSpPr/>
          <p:nvPr/>
        </p:nvSpPr>
        <p:spPr>
          <a:xfrm>
            <a:off x="8535288" y="5437279"/>
            <a:ext cx="743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Supabase</a:t>
            </a:r>
            <a:endParaRPr b="0" i="0" sz="1600" u="none" cap="none" strike="noStrike"/>
          </a:p>
        </p:txBody>
      </p:sp>
      <p:sp>
        <p:nvSpPr>
          <p:cNvPr id="292" name="Google Shape;292;p3"/>
          <p:cNvSpPr/>
          <p:nvPr/>
        </p:nvSpPr>
        <p:spPr>
          <a:xfrm>
            <a:off x="11096025" y="5458623"/>
            <a:ext cx="543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Gratuito</a:t>
            </a:r>
            <a:endParaRPr b="0" i="0" sz="1600" u="none" cap="none" strike="noStrike"/>
          </a:p>
        </p:txBody>
      </p:sp>
      <p:sp>
        <p:nvSpPr>
          <p:cNvPr id="293" name="Google Shape;293;p3"/>
          <p:cNvSpPr/>
          <p:nvPr/>
        </p:nvSpPr>
        <p:spPr>
          <a:xfrm>
            <a:off x="8192388" y="5864169"/>
            <a:ext cx="3457575" cy="426720"/>
          </a:xfrm>
          <a:custGeom>
            <a:rect b="b" l="l" r="r" t="t"/>
            <a:pathLst>
              <a:path extrusionOk="0" h="381000" w="3457575">
                <a:moveTo>
                  <a:pt x="76200" y="0"/>
                </a:moveTo>
                <a:lnTo>
                  <a:pt x="3381375" y="0"/>
                </a:lnTo>
                <a:cubicBezTo>
                  <a:pt x="3423431" y="0"/>
                  <a:pt x="3457575" y="34144"/>
                  <a:pt x="3457575" y="76200"/>
                </a:cubicBezTo>
                <a:lnTo>
                  <a:pt x="3457575" y="304800"/>
                </a:lnTo>
                <a:cubicBezTo>
                  <a:pt x="3457575" y="346856"/>
                  <a:pt x="3423431" y="381000"/>
                  <a:pt x="33813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"/>
          <p:cNvSpPr/>
          <p:nvPr/>
        </p:nvSpPr>
        <p:spPr>
          <a:xfrm>
            <a:off x="8287638" y="5992236"/>
            <a:ext cx="152400" cy="170688"/>
          </a:xfrm>
          <a:custGeom>
            <a:rect b="b" l="l" r="r" t="t"/>
            <a:pathLst>
              <a:path extrusionOk="0" h="152400" w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"/>
          <p:cNvSpPr/>
          <p:nvPr/>
        </p:nvSpPr>
        <p:spPr>
          <a:xfrm>
            <a:off x="8535288" y="5949547"/>
            <a:ext cx="523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Netlify</a:t>
            </a:r>
            <a:endParaRPr b="0" i="0" sz="1600" u="none" cap="none" strike="noStrike"/>
          </a:p>
        </p:txBody>
      </p:sp>
      <p:sp>
        <p:nvSpPr>
          <p:cNvPr id="296" name="Google Shape;296;p3"/>
          <p:cNvSpPr/>
          <p:nvPr/>
        </p:nvSpPr>
        <p:spPr>
          <a:xfrm>
            <a:off x="11096025" y="5970891"/>
            <a:ext cx="543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Gratuito</a:t>
            </a:r>
            <a:endParaRPr b="0" i="0" sz="1600" u="none" cap="none" strike="noStrike"/>
          </a:p>
        </p:txBody>
      </p:sp>
      <p:grpSp>
        <p:nvGrpSpPr>
          <p:cNvPr id="297" name="Google Shape;297;p3"/>
          <p:cNvGrpSpPr/>
          <p:nvPr/>
        </p:nvGrpSpPr>
        <p:grpSpPr>
          <a:xfrm>
            <a:off x="4233652" y="3683977"/>
            <a:ext cx="288275" cy="150388"/>
            <a:chOff x="4192652" y="3687214"/>
            <a:chExt cx="288275" cy="150388"/>
          </a:xfrm>
        </p:grpSpPr>
        <p:sp>
          <p:nvSpPr>
            <p:cNvPr id="298" name="Google Shape;298;p3"/>
            <p:cNvSpPr/>
            <p:nvPr/>
          </p:nvSpPr>
          <p:spPr>
            <a:xfrm rot="-5400000">
              <a:off x="4310489" y="3667152"/>
              <a:ext cx="150376" cy="190500"/>
            </a:xfrm>
            <a:custGeom>
              <a:rect b="b" l="l" r="r" t="t"/>
              <a:pathLst>
                <a:path extrusionOk="0" h="190500" w="142875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 rot="5400000">
              <a:off x="4212714" y="3667165"/>
              <a:ext cx="150376" cy="190500"/>
            </a:xfrm>
            <a:custGeom>
              <a:rect b="b" l="l" r="r" t="t"/>
              <a:pathLst>
                <a:path extrusionOk="0" h="190500" w="142875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3"/>
          <p:cNvGrpSpPr/>
          <p:nvPr/>
        </p:nvGrpSpPr>
        <p:grpSpPr>
          <a:xfrm rot="5400000">
            <a:off x="2107240" y="4664339"/>
            <a:ext cx="288275" cy="150388"/>
            <a:chOff x="4192652" y="3687214"/>
            <a:chExt cx="288275" cy="150388"/>
          </a:xfrm>
        </p:grpSpPr>
        <p:sp>
          <p:nvSpPr>
            <p:cNvPr id="301" name="Google Shape;301;p3"/>
            <p:cNvSpPr/>
            <p:nvPr/>
          </p:nvSpPr>
          <p:spPr>
            <a:xfrm rot="-5400000">
              <a:off x="4310489" y="3667152"/>
              <a:ext cx="150376" cy="190500"/>
            </a:xfrm>
            <a:custGeom>
              <a:rect b="b" l="l" r="r" t="t"/>
              <a:pathLst>
                <a:path extrusionOk="0" h="190500" w="142875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 rot="5400000">
              <a:off x="4212714" y="3667165"/>
              <a:ext cx="150376" cy="190500"/>
            </a:xfrm>
            <a:custGeom>
              <a:rect b="b" l="l" r="r" t="t"/>
              <a:pathLst>
                <a:path extrusionOk="0" h="190500" w="142875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3"/>
          <p:cNvGrpSpPr/>
          <p:nvPr/>
        </p:nvGrpSpPr>
        <p:grpSpPr>
          <a:xfrm rot="5400000">
            <a:off x="2107240" y="2525239"/>
            <a:ext cx="288275" cy="150388"/>
            <a:chOff x="4192652" y="3687214"/>
            <a:chExt cx="288275" cy="150388"/>
          </a:xfrm>
        </p:grpSpPr>
        <p:sp>
          <p:nvSpPr>
            <p:cNvPr id="304" name="Google Shape;304;p3"/>
            <p:cNvSpPr/>
            <p:nvPr/>
          </p:nvSpPr>
          <p:spPr>
            <a:xfrm rot="-5400000">
              <a:off x="4310489" y="3667152"/>
              <a:ext cx="150376" cy="190500"/>
            </a:xfrm>
            <a:custGeom>
              <a:rect b="b" l="l" r="r" t="t"/>
              <a:pathLst>
                <a:path extrusionOk="0" h="190500" w="142875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 rot="5400000">
              <a:off x="4212714" y="3667165"/>
              <a:ext cx="150376" cy="190500"/>
            </a:xfrm>
            <a:custGeom>
              <a:rect b="b" l="l" r="r" t="t"/>
              <a:pathLst>
                <a:path extrusionOk="0" h="190500" w="142875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"/>
          <p:cNvSpPr/>
          <p:nvPr/>
        </p:nvSpPr>
        <p:spPr>
          <a:xfrm>
            <a:off x="381000" y="381000"/>
            <a:ext cx="1160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Hardware &amp; Firmware — L'anima fisica del progetto</a:t>
            </a:r>
            <a:endParaRPr b="0" i="0" sz="1600" u="none" cap="none" strike="noStrike"/>
          </a:p>
        </p:txBody>
      </p:sp>
      <p:sp>
        <p:nvSpPr>
          <p:cNvPr id="312" name="Google Shape;312;p4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</p:sp>
      <p:sp>
        <p:nvSpPr>
          <p:cNvPr id="313" name="Google Shape;313;p4"/>
          <p:cNvSpPr/>
          <p:nvPr/>
        </p:nvSpPr>
        <p:spPr>
          <a:xfrm>
            <a:off x="385763" y="1033462"/>
            <a:ext cx="6867525" cy="5438775"/>
          </a:xfrm>
          <a:custGeom>
            <a:rect b="b" l="l" r="r" t="t"/>
            <a:pathLst>
              <a:path extrusionOk="0" h="5438775" w="6867525">
                <a:moveTo>
                  <a:pt x="114323" y="0"/>
                </a:moveTo>
                <a:lnTo>
                  <a:pt x="6753202" y="0"/>
                </a:lnTo>
                <a:cubicBezTo>
                  <a:pt x="6816341" y="0"/>
                  <a:pt x="6867525" y="51184"/>
                  <a:pt x="6867525" y="114323"/>
                </a:cubicBezTo>
                <a:lnTo>
                  <a:pt x="6867525" y="5324452"/>
                </a:lnTo>
                <a:cubicBezTo>
                  <a:pt x="6867525" y="5387591"/>
                  <a:pt x="6816341" y="5438775"/>
                  <a:pt x="6753202" y="5438775"/>
                </a:cubicBezTo>
                <a:lnTo>
                  <a:pt x="114323" y="5438775"/>
                </a:lnTo>
                <a:cubicBezTo>
                  <a:pt x="51184" y="5438775"/>
                  <a:pt x="0" y="5387591"/>
                  <a:pt x="0" y="5324452"/>
                </a:cubicBezTo>
                <a:lnTo>
                  <a:pt x="0" y="114323"/>
                </a:lnTo>
                <a:cubicBezTo>
                  <a:pt x="0" y="51184"/>
                  <a:pt x="51184" y="0"/>
                  <a:pt x="114323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"/>
          <p:cNvSpPr/>
          <p:nvPr/>
        </p:nvSpPr>
        <p:spPr>
          <a:xfrm>
            <a:off x="609600" y="1266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"/>
          <p:cNvSpPr/>
          <p:nvPr/>
        </p:nvSpPr>
        <p:spPr>
          <a:xfrm>
            <a:off x="981075" y="1228725"/>
            <a:ext cx="2390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Componenti Hardware</a:t>
            </a:r>
            <a:endParaRPr b="0" i="0" sz="1600" u="none" cap="none" strike="noStrike"/>
          </a:p>
        </p:txBody>
      </p:sp>
      <p:graphicFrame>
        <p:nvGraphicFramePr>
          <p:cNvPr id="316" name="Google Shape;316;p4"/>
          <p:cNvGraphicFramePr/>
          <p:nvPr/>
        </p:nvGraphicFramePr>
        <p:xfrm>
          <a:off x="581025" y="168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{AEDD1CFB-4973-449C-BFD7-81E11C141818}</a:tableStyleId>
              </a:tblPr>
              <a:tblGrid>
                <a:gridCol w="1695450"/>
                <a:gridCol w="3600450"/>
                <a:gridCol w="1181100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Componente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Funzione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Interfaccia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ESP32 WROVER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240MHz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Cervello: WiFi, calcolo, trasmissione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core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BME680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Temperatura · Umidità · Pressione · Gas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AB30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I²C </a:t>
                      </a:r>
                      <a:endParaRPr sz="1200">
                        <a:solidFill>
                          <a:srgbClr val="EAB308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BH1750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Luce in lux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AB30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I²C </a:t>
                      </a:r>
                      <a:endParaRPr sz="1200">
                        <a:solidFill>
                          <a:srgbClr val="EAB308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INMP441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Microfono → calcolo dB SPL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C489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I²S</a:t>
                      </a:r>
                      <a:endParaRPr sz="1200">
                        <a:solidFill>
                          <a:srgbClr val="EC4899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SH1107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128×128 OLED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Schermo 1: tutti i sensori + stato ventola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AB30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I²C</a:t>
                      </a:r>
                      <a:endParaRPr sz="1200">
                        <a:solidFill>
                          <a:srgbClr val="EAB308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SSD1306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128×64 OLED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Schermo 2: orologio NTP in tempo reale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AB30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I²C </a:t>
                      </a:r>
                      <a:endParaRPr sz="1200">
                        <a:solidFill>
                          <a:srgbClr val="EAB308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ULN2803A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Attuatore: controlla la ventola fisica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00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GPIO 2</a:t>
                      </a:r>
                      <a:r>
                        <a:rPr lang="en-US" sz="1200">
                          <a:solidFill>
                            <a:srgbClr val="00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  <a:endParaRPr sz="1200">
                        <a:solidFill>
                          <a:srgbClr val="00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4"/>
          <p:cNvSpPr/>
          <p:nvPr/>
        </p:nvSpPr>
        <p:spPr>
          <a:xfrm>
            <a:off x="7495275" y="1033452"/>
            <a:ext cx="4314825" cy="2696647"/>
          </a:xfrm>
          <a:custGeom>
            <a:rect b="b" l="l" r="r" t="t"/>
            <a:pathLst>
              <a:path extrusionOk="0" h="3381375" w="4314825">
                <a:moveTo>
                  <a:pt x="114290" y="0"/>
                </a:moveTo>
                <a:lnTo>
                  <a:pt x="4200535" y="0"/>
                </a:lnTo>
                <a:cubicBezTo>
                  <a:pt x="4263655" y="0"/>
                  <a:pt x="4314825" y="51170"/>
                  <a:pt x="4314825" y="114290"/>
                </a:cubicBezTo>
                <a:lnTo>
                  <a:pt x="4314825" y="3267085"/>
                </a:lnTo>
                <a:cubicBezTo>
                  <a:pt x="4314825" y="3330205"/>
                  <a:pt x="4263655" y="3381375"/>
                  <a:pt x="4200535" y="3381375"/>
                </a:cubicBezTo>
                <a:lnTo>
                  <a:pt x="114290" y="3381375"/>
                </a:lnTo>
                <a:cubicBezTo>
                  <a:pt x="51170" y="3381375"/>
                  <a:pt x="0" y="3330205"/>
                  <a:pt x="0" y="32670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"/>
          <p:cNvSpPr/>
          <p:nvPr/>
        </p:nvSpPr>
        <p:spPr>
          <a:xfrm>
            <a:off x="7700070" y="1228725"/>
            <a:ext cx="142875" cy="1905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"/>
          <p:cNvSpPr/>
          <p:nvPr/>
        </p:nvSpPr>
        <p:spPr>
          <a:xfrm>
            <a:off x="7966770" y="1190625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Punti Tecnici Chiave</a:t>
            </a:r>
            <a:endParaRPr b="0" i="0" sz="1600" u="none" cap="none" strike="noStrike"/>
          </a:p>
        </p:txBody>
      </p:sp>
      <p:sp>
        <p:nvSpPr>
          <p:cNvPr id="320" name="Google Shape;320;p4"/>
          <p:cNvSpPr/>
          <p:nvPr/>
        </p:nvSpPr>
        <p:spPr>
          <a:xfrm>
            <a:off x="7700070" y="17668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"/>
          <p:cNvSpPr/>
          <p:nvPr/>
        </p:nvSpPr>
        <p:spPr>
          <a:xfrm>
            <a:off x="7985820" y="1533513"/>
            <a:ext cx="3771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I²C</a:t>
            </a:r>
            <a:r>
              <a:rPr b="1" i="0" lang="en-US" sz="120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 protocollo di comunicazione </a:t>
            </a:r>
            <a:r>
              <a:rPr lang="en-US" sz="1200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per i sensori con il microprocessore, usato per tutti i sensori e gli schermi.</a:t>
            </a:r>
            <a:endParaRPr b="0" i="0" sz="1600" u="none" cap="none" strike="noStrike"/>
          </a:p>
        </p:txBody>
      </p:sp>
      <p:sp>
        <p:nvSpPr>
          <p:cNvPr id="322" name="Google Shape;322;p4"/>
          <p:cNvSpPr/>
          <p:nvPr/>
        </p:nvSpPr>
        <p:spPr>
          <a:xfrm>
            <a:off x="7700083" y="250506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"/>
          <p:cNvSpPr/>
          <p:nvPr/>
        </p:nvSpPr>
        <p:spPr>
          <a:xfrm>
            <a:off x="7985825" y="2278150"/>
            <a:ext cx="3771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12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I²S</a:t>
            </a:r>
            <a:r>
              <a:rPr lang="en-US" sz="1200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 protocollo di comunicazione </a:t>
            </a:r>
            <a:r>
              <a:rPr lang="en-US" sz="1200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per il microfono INMP441 con il microprocessore, comunica i segnali audio in segnale comprensibili all'ESP32.</a:t>
            </a:r>
            <a:endParaRPr b="0" i="0" sz="1600" u="none" cap="none" strike="noStrike"/>
          </a:p>
        </p:txBody>
      </p:sp>
      <p:sp>
        <p:nvSpPr>
          <p:cNvPr id="324" name="Google Shape;324;p4"/>
          <p:cNvSpPr/>
          <p:nvPr/>
        </p:nvSpPr>
        <p:spPr>
          <a:xfrm>
            <a:off x="7700070" y="32432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"/>
          <p:cNvSpPr/>
          <p:nvPr/>
        </p:nvSpPr>
        <p:spPr>
          <a:xfrm>
            <a:off x="7985820" y="3005125"/>
            <a:ext cx="3771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FFFF"/>
                </a:solidFill>
                <a:latin typeface="Liter"/>
                <a:ea typeface="Liter"/>
                <a:cs typeface="Liter"/>
                <a:sym typeface="Liter"/>
              </a:rPr>
              <a:t>ULN2803A </a:t>
            </a:r>
            <a:r>
              <a:rPr lang="en-US" sz="1200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circuito integrato servito per la attivazione della ventola evitando sovraccarichi di tensione</a:t>
            </a:r>
            <a:endParaRPr b="0" i="0" sz="1600" u="none" cap="none" strike="noStrike"/>
          </a:p>
        </p:txBody>
      </p:sp>
      <p:sp>
        <p:nvSpPr>
          <p:cNvPr id="326" name="Google Shape;326;p4"/>
          <p:cNvSpPr/>
          <p:nvPr/>
        </p:nvSpPr>
        <p:spPr>
          <a:xfrm>
            <a:off x="7495275" y="4001554"/>
            <a:ext cx="4314825" cy="2468856"/>
          </a:xfrm>
          <a:custGeom>
            <a:rect b="b" l="l" r="r" t="t"/>
            <a:pathLst>
              <a:path extrusionOk="0" h="1895475" w="4314825">
                <a:moveTo>
                  <a:pt x="114297" y="0"/>
                </a:moveTo>
                <a:lnTo>
                  <a:pt x="4200528" y="0"/>
                </a:lnTo>
                <a:cubicBezTo>
                  <a:pt x="4263610" y="0"/>
                  <a:pt x="4314825" y="51215"/>
                  <a:pt x="4314825" y="114297"/>
                </a:cubicBezTo>
                <a:lnTo>
                  <a:pt x="4314825" y="1781178"/>
                </a:lnTo>
                <a:cubicBezTo>
                  <a:pt x="4314825" y="1844260"/>
                  <a:pt x="4263610" y="1895475"/>
                  <a:pt x="4200528" y="1895475"/>
                </a:cubicBezTo>
                <a:lnTo>
                  <a:pt x="114297" y="1895475"/>
                </a:lnTo>
                <a:cubicBezTo>
                  <a:pt x="51215" y="1895475"/>
                  <a:pt x="0" y="1844260"/>
                  <a:pt x="0" y="1781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"/>
          <p:cNvSpPr/>
          <p:nvPr/>
        </p:nvSpPr>
        <p:spPr>
          <a:xfrm>
            <a:off x="9450586" y="4895850"/>
            <a:ext cx="400050" cy="457200"/>
          </a:xfrm>
          <a:custGeom>
            <a:rect b="b" l="l" r="r" t="t"/>
            <a:pathLst>
              <a:path extrusionOk="0" h="457200" w="40005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114300" y="100013"/>
                </a:moveTo>
                <a:cubicBezTo>
                  <a:pt x="137956" y="100013"/>
                  <a:pt x="157163" y="119219"/>
                  <a:pt x="157163" y="142875"/>
                </a:cubicBezTo>
                <a:cubicBezTo>
                  <a:pt x="157163" y="166531"/>
                  <a:pt x="137956" y="185738"/>
                  <a:pt x="114300" y="185738"/>
                </a:cubicBezTo>
                <a:cubicBezTo>
                  <a:pt x="90644" y="185738"/>
                  <a:pt x="71438" y="166531"/>
                  <a:pt x="71438" y="142875"/>
                </a:cubicBezTo>
                <a:cubicBezTo>
                  <a:pt x="71438" y="119219"/>
                  <a:pt x="90644" y="100013"/>
                  <a:pt x="114300" y="100013"/>
                </a:cubicBezTo>
                <a:close/>
                <a:moveTo>
                  <a:pt x="242888" y="200025"/>
                </a:moveTo>
                <a:cubicBezTo>
                  <a:pt x="250388" y="200025"/>
                  <a:pt x="257264" y="203954"/>
                  <a:pt x="261193" y="210294"/>
                </a:cubicBezTo>
                <a:lnTo>
                  <a:pt x="339775" y="338882"/>
                </a:lnTo>
                <a:cubicBezTo>
                  <a:pt x="343793" y="345490"/>
                  <a:pt x="343972" y="353794"/>
                  <a:pt x="340221" y="360581"/>
                </a:cubicBezTo>
                <a:cubicBezTo>
                  <a:pt x="336471" y="367367"/>
                  <a:pt x="329238" y="371475"/>
                  <a:pt x="321469" y="371475"/>
                </a:cubicBezTo>
                <a:lnTo>
                  <a:pt x="78581" y="371475"/>
                </a:lnTo>
                <a:cubicBezTo>
                  <a:pt x="70634" y="371475"/>
                  <a:pt x="63222" y="367010"/>
                  <a:pt x="59561" y="359956"/>
                </a:cubicBezTo>
                <a:cubicBezTo>
                  <a:pt x="55900" y="352901"/>
                  <a:pt x="56436" y="344329"/>
                  <a:pt x="60990" y="337810"/>
                </a:cubicBezTo>
                <a:lnTo>
                  <a:pt x="110996" y="266373"/>
                </a:lnTo>
                <a:cubicBezTo>
                  <a:pt x="115014" y="260658"/>
                  <a:pt x="121533" y="257264"/>
                  <a:pt x="128588" y="257264"/>
                </a:cubicBezTo>
                <a:cubicBezTo>
                  <a:pt x="135642" y="257264"/>
                  <a:pt x="142161" y="260658"/>
                  <a:pt x="146179" y="266373"/>
                </a:cubicBezTo>
                <a:lnTo>
                  <a:pt x="169753" y="300127"/>
                </a:lnTo>
                <a:lnTo>
                  <a:pt x="224582" y="210383"/>
                </a:lnTo>
                <a:cubicBezTo>
                  <a:pt x="228511" y="204043"/>
                  <a:pt x="235387" y="200114"/>
                  <a:pt x="242888" y="200114"/>
                </a:cubicBez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"/>
          <p:cNvSpPr/>
          <p:nvPr/>
        </p:nvSpPr>
        <p:spPr>
          <a:xfrm>
            <a:off x="8673108" y="5467350"/>
            <a:ext cx="195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Schema Hardware</a:t>
            </a:r>
            <a:endParaRPr b="0" i="0" sz="1600" u="none" cap="none" strike="noStrike"/>
          </a:p>
        </p:txBody>
      </p:sp>
      <p:sp>
        <p:nvSpPr>
          <p:cNvPr id="329" name="Google Shape;329;p4"/>
          <p:cNvSpPr/>
          <p:nvPr/>
        </p:nvSpPr>
        <p:spPr>
          <a:xfrm>
            <a:off x="8677870" y="5734050"/>
            <a:ext cx="1943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ESP32_HomeHero_scheme.svg</a:t>
            </a:r>
            <a:endParaRPr b="0" i="0" sz="1600" u="none" cap="none" strike="noStrike"/>
          </a:p>
        </p:txBody>
      </p:sp>
      <p:sp>
        <p:nvSpPr>
          <p:cNvPr id="330" name="Google Shape;330;p4"/>
          <p:cNvSpPr/>
          <p:nvPr/>
        </p:nvSpPr>
        <p:spPr>
          <a:xfrm>
            <a:off x="8682633" y="6000750"/>
            <a:ext cx="19335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(Asset proprietario del team)</a:t>
            </a:r>
            <a:endParaRPr b="0" i="0" sz="1600" u="none" cap="none" strike="noStrike"/>
          </a:p>
        </p:txBody>
      </p:sp>
      <p:pic>
        <p:nvPicPr>
          <p:cNvPr id="331" name="Google Shape;331;p4" title="WhatsApp Image 2026-03-23 at 13.17.2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1838" y="4093113"/>
            <a:ext cx="4241700" cy="2285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Backend — Laravel API in produzione</a:t>
            </a:r>
            <a:endParaRPr b="0" i="0" sz="1600" u="none" cap="none" strike="noStrike"/>
          </a:p>
        </p:txBody>
      </p:sp>
      <p:sp>
        <p:nvSpPr>
          <p:cNvPr id="338" name="Google Shape;338;p5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339" name="Google Shape;339;p5"/>
          <p:cNvSpPr/>
          <p:nvPr/>
        </p:nvSpPr>
        <p:spPr>
          <a:xfrm>
            <a:off x="385775" y="1033450"/>
            <a:ext cx="5029200" cy="4314182"/>
          </a:xfrm>
          <a:custGeom>
            <a:rect b="b" l="l" r="r" t="t"/>
            <a:pathLst>
              <a:path extrusionOk="0" h="4391025" w="5029200">
                <a:moveTo>
                  <a:pt x="114298" y="0"/>
                </a:moveTo>
                <a:lnTo>
                  <a:pt x="4914902" y="0"/>
                </a:lnTo>
                <a:cubicBezTo>
                  <a:pt x="4978027" y="0"/>
                  <a:pt x="5029200" y="51173"/>
                  <a:pt x="5029200" y="114298"/>
                </a:cubicBezTo>
                <a:lnTo>
                  <a:pt x="5029200" y="4276727"/>
                </a:lnTo>
                <a:cubicBezTo>
                  <a:pt x="5029200" y="4339852"/>
                  <a:pt x="4978027" y="4391025"/>
                  <a:pt x="4914902" y="4391025"/>
                </a:cubicBezTo>
                <a:lnTo>
                  <a:pt x="114298" y="4391025"/>
                </a:lnTo>
                <a:cubicBezTo>
                  <a:pt x="51173" y="4391025"/>
                  <a:pt x="0" y="4339852"/>
                  <a:pt x="0" y="4276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"/>
          <p:cNvSpPr/>
          <p:nvPr/>
        </p:nvSpPr>
        <p:spPr>
          <a:xfrm>
            <a:off x="623900" y="1262748"/>
            <a:ext cx="200025" cy="224599"/>
          </a:xfrm>
          <a:custGeom>
            <a:rect b="b" l="l" r="r" t="t"/>
            <a:pathLst>
              <a:path extrusionOk="0" h="228600" w="200025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"/>
          <p:cNvSpPr/>
          <p:nvPr/>
        </p:nvSpPr>
        <p:spPr>
          <a:xfrm>
            <a:off x="981087" y="1225312"/>
            <a:ext cx="20001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Endpoint Principali</a:t>
            </a:r>
            <a:endParaRPr b="0" i="0" sz="1600" u="none" cap="none" strike="noStrike"/>
          </a:p>
        </p:txBody>
      </p:sp>
      <p:sp>
        <p:nvSpPr>
          <p:cNvPr id="342" name="Google Shape;342;p5"/>
          <p:cNvSpPr/>
          <p:nvPr/>
        </p:nvSpPr>
        <p:spPr>
          <a:xfrm>
            <a:off x="600087" y="1674548"/>
            <a:ext cx="4619625" cy="711232"/>
          </a:xfrm>
          <a:custGeom>
            <a:rect b="b" l="l" r="r" t="t"/>
            <a:pathLst>
              <a:path extrusionOk="0" h="723900" w="4619625">
                <a:moveTo>
                  <a:pt x="38100" y="0"/>
                </a:moveTo>
                <a:lnTo>
                  <a:pt x="4543427" y="0"/>
                </a:lnTo>
                <a:cubicBezTo>
                  <a:pt x="4585482" y="0"/>
                  <a:pt x="4619625" y="34143"/>
                  <a:pt x="4619625" y="76198"/>
                </a:cubicBezTo>
                <a:lnTo>
                  <a:pt x="4619625" y="647702"/>
                </a:lnTo>
                <a:cubicBezTo>
                  <a:pt x="4619625" y="689757"/>
                  <a:pt x="4585482" y="723900"/>
                  <a:pt x="454342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"/>
          <p:cNvSpPr/>
          <p:nvPr/>
        </p:nvSpPr>
        <p:spPr>
          <a:xfrm>
            <a:off x="600087" y="1674548"/>
            <a:ext cx="38100" cy="711232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"/>
          <p:cNvSpPr/>
          <p:nvPr/>
        </p:nvSpPr>
        <p:spPr>
          <a:xfrm>
            <a:off x="733437" y="1786856"/>
            <a:ext cx="495300" cy="262033"/>
          </a:xfrm>
          <a:custGeom>
            <a:rect b="b" l="l" r="r" t="t"/>
            <a:pathLst>
              <a:path extrusionOk="0" h="266700" w="4953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228599"/>
                </a:lnTo>
                <a:cubicBezTo>
                  <a:pt x="495300" y="249628"/>
                  <a:pt x="478228" y="266700"/>
                  <a:pt x="4571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"/>
          <p:cNvSpPr/>
          <p:nvPr/>
        </p:nvSpPr>
        <p:spPr>
          <a:xfrm>
            <a:off x="733437" y="1786856"/>
            <a:ext cx="561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POST</a:t>
            </a:r>
            <a:endParaRPr b="0" i="0" sz="1600" u="none" cap="none" strike="noStrike"/>
          </a:p>
        </p:txBody>
      </p:sp>
      <p:sp>
        <p:nvSpPr>
          <p:cNvPr id="346" name="Google Shape;346;p5"/>
          <p:cNvSpPr/>
          <p:nvPr/>
        </p:nvSpPr>
        <p:spPr>
          <a:xfrm>
            <a:off x="3766700" y="1805575"/>
            <a:ext cx="14193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/api/device/data</a:t>
            </a:r>
            <a:endParaRPr b="0" i="0" sz="1600" u="none" cap="none" strike="noStrike"/>
          </a:p>
        </p:txBody>
      </p:sp>
      <p:sp>
        <p:nvSpPr>
          <p:cNvPr id="347" name="Google Shape;347;p5"/>
          <p:cNvSpPr/>
          <p:nvPr/>
        </p:nvSpPr>
        <p:spPr>
          <a:xfrm>
            <a:off x="733437" y="2086347"/>
            <a:ext cx="44385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← ESP32 (no auth — è il device)</a:t>
            </a:r>
            <a:endParaRPr b="0" i="0" sz="1600" u="none" cap="none" strike="noStrike"/>
          </a:p>
        </p:txBody>
      </p:sp>
      <p:sp>
        <p:nvSpPr>
          <p:cNvPr id="348" name="Google Shape;348;p5"/>
          <p:cNvSpPr/>
          <p:nvPr/>
        </p:nvSpPr>
        <p:spPr>
          <a:xfrm>
            <a:off x="600087" y="2498146"/>
            <a:ext cx="4619625" cy="711232"/>
          </a:xfrm>
          <a:custGeom>
            <a:rect b="b" l="l" r="r" t="t"/>
            <a:pathLst>
              <a:path extrusionOk="0" h="723900" w="4619625">
                <a:moveTo>
                  <a:pt x="38100" y="0"/>
                </a:moveTo>
                <a:lnTo>
                  <a:pt x="4543427" y="0"/>
                </a:lnTo>
                <a:cubicBezTo>
                  <a:pt x="4585482" y="0"/>
                  <a:pt x="4619625" y="34143"/>
                  <a:pt x="4619625" y="76198"/>
                </a:cubicBezTo>
                <a:lnTo>
                  <a:pt x="4619625" y="647702"/>
                </a:lnTo>
                <a:cubicBezTo>
                  <a:pt x="4619625" y="689757"/>
                  <a:pt x="4585482" y="723900"/>
                  <a:pt x="454342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"/>
          <p:cNvSpPr/>
          <p:nvPr/>
        </p:nvSpPr>
        <p:spPr>
          <a:xfrm>
            <a:off x="600087" y="2498146"/>
            <a:ext cx="38100" cy="711232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"/>
          <p:cNvSpPr/>
          <p:nvPr/>
        </p:nvSpPr>
        <p:spPr>
          <a:xfrm>
            <a:off x="733437" y="2610455"/>
            <a:ext cx="409575" cy="262033"/>
          </a:xfrm>
          <a:custGeom>
            <a:rect b="b" l="l" r="r" t="t"/>
            <a:pathLst>
              <a:path extrusionOk="0" h="266700" w="409575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228599"/>
                </a:lnTo>
                <a:cubicBezTo>
                  <a:pt x="409575" y="249642"/>
                  <a:pt x="392517" y="266700"/>
                  <a:pt x="3714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"/>
          <p:cNvSpPr/>
          <p:nvPr/>
        </p:nvSpPr>
        <p:spPr>
          <a:xfrm>
            <a:off x="733437" y="2610455"/>
            <a:ext cx="476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GET</a:t>
            </a:r>
            <a:endParaRPr b="0" i="0" sz="1600" u="none" cap="none" strike="noStrike"/>
          </a:p>
        </p:txBody>
      </p:sp>
      <p:sp>
        <p:nvSpPr>
          <p:cNvPr id="352" name="Google Shape;352;p5"/>
          <p:cNvSpPr/>
          <p:nvPr/>
        </p:nvSpPr>
        <p:spPr>
          <a:xfrm>
            <a:off x="3934280" y="2629173"/>
            <a:ext cx="124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/api/telemetry</a:t>
            </a:r>
            <a:endParaRPr b="0" i="0" sz="1600" u="none" cap="none" strike="noStrike"/>
          </a:p>
        </p:txBody>
      </p:sp>
      <p:sp>
        <p:nvSpPr>
          <p:cNvPr id="353" name="Google Shape;353;p5"/>
          <p:cNvSpPr/>
          <p:nvPr/>
        </p:nvSpPr>
        <p:spPr>
          <a:xfrm>
            <a:off x="733437" y="2909946"/>
            <a:ext cx="44385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← Dashboard [Bearer token]</a:t>
            </a:r>
            <a:endParaRPr b="0" i="0" sz="1600" u="none" cap="none" strike="noStrike"/>
          </a:p>
        </p:txBody>
      </p:sp>
      <p:sp>
        <p:nvSpPr>
          <p:cNvPr id="354" name="Google Shape;354;p5"/>
          <p:cNvSpPr/>
          <p:nvPr/>
        </p:nvSpPr>
        <p:spPr>
          <a:xfrm>
            <a:off x="600087" y="3321745"/>
            <a:ext cx="4619625" cy="711232"/>
          </a:xfrm>
          <a:custGeom>
            <a:rect b="b" l="l" r="r" t="t"/>
            <a:pathLst>
              <a:path extrusionOk="0" h="723900" w="4619625">
                <a:moveTo>
                  <a:pt x="38100" y="0"/>
                </a:moveTo>
                <a:lnTo>
                  <a:pt x="4543427" y="0"/>
                </a:lnTo>
                <a:cubicBezTo>
                  <a:pt x="4585482" y="0"/>
                  <a:pt x="4619625" y="34143"/>
                  <a:pt x="4619625" y="76198"/>
                </a:cubicBezTo>
                <a:lnTo>
                  <a:pt x="4619625" y="647702"/>
                </a:lnTo>
                <a:cubicBezTo>
                  <a:pt x="4619625" y="689757"/>
                  <a:pt x="4585482" y="723900"/>
                  <a:pt x="454342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600087" y="3321745"/>
            <a:ext cx="38100" cy="711232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"/>
          <p:cNvSpPr/>
          <p:nvPr/>
        </p:nvSpPr>
        <p:spPr>
          <a:xfrm>
            <a:off x="733437" y="3434054"/>
            <a:ext cx="409575" cy="262033"/>
          </a:xfrm>
          <a:custGeom>
            <a:rect b="b" l="l" r="r" t="t"/>
            <a:pathLst>
              <a:path extrusionOk="0" h="266700" w="409575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228599"/>
                </a:lnTo>
                <a:cubicBezTo>
                  <a:pt x="409575" y="249642"/>
                  <a:pt x="392517" y="266700"/>
                  <a:pt x="3714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"/>
          <p:cNvSpPr/>
          <p:nvPr/>
        </p:nvSpPr>
        <p:spPr>
          <a:xfrm>
            <a:off x="733437" y="3434054"/>
            <a:ext cx="476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PUT</a:t>
            </a:r>
            <a:endParaRPr b="0" i="0" sz="1600" u="none" cap="none" strike="noStrike"/>
          </a:p>
        </p:txBody>
      </p:sp>
      <p:sp>
        <p:nvSpPr>
          <p:cNvPr id="358" name="Google Shape;358;p5"/>
          <p:cNvSpPr/>
          <p:nvPr/>
        </p:nvSpPr>
        <p:spPr>
          <a:xfrm>
            <a:off x="3631175" y="3508900"/>
            <a:ext cx="1362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/api/device/{n}/fan</a:t>
            </a:r>
            <a:endParaRPr b="0" i="0" sz="1600" u="none" cap="none" strike="noStrike"/>
          </a:p>
        </p:txBody>
      </p:sp>
      <p:sp>
        <p:nvSpPr>
          <p:cNvPr id="359" name="Google Shape;359;p5"/>
          <p:cNvSpPr/>
          <p:nvPr/>
        </p:nvSpPr>
        <p:spPr>
          <a:xfrm>
            <a:off x="733437" y="3733545"/>
            <a:ext cx="44385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← Dashboard [Bearer token]</a:t>
            </a:r>
            <a:endParaRPr b="0" i="0" sz="1600" u="none" cap="none" strike="noStrike"/>
          </a:p>
        </p:txBody>
      </p:sp>
      <p:sp>
        <p:nvSpPr>
          <p:cNvPr id="360" name="Google Shape;360;p5"/>
          <p:cNvSpPr/>
          <p:nvPr/>
        </p:nvSpPr>
        <p:spPr>
          <a:xfrm>
            <a:off x="600087" y="4145344"/>
            <a:ext cx="4619625" cy="711232"/>
          </a:xfrm>
          <a:custGeom>
            <a:rect b="b" l="l" r="r" t="t"/>
            <a:pathLst>
              <a:path extrusionOk="0" h="723900" w="4619625">
                <a:moveTo>
                  <a:pt x="38100" y="0"/>
                </a:moveTo>
                <a:lnTo>
                  <a:pt x="4543427" y="0"/>
                </a:lnTo>
                <a:cubicBezTo>
                  <a:pt x="4585482" y="0"/>
                  <a:pt x="4619625" y="34143"/>
                  <a:pt x="4619625" y="76198"/>
                </a:cubicBezTo>
                <a:lnTo>
                  <a:pt x="4619625" y="647702"/>
                </a:lnTo>
                <a:cubicBezTo>
                  <a:pt x="4619625" y="689757"/>
                  <a:pt x="4585482" y="723900"/>
                  <a:pt x="454342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"/>
          <p:cNvSpPr/>
          <p:nvPr/>
        </p:nvSpPr>
        <p:spPr>
          <a:xfrm>
            <a:off x="600087" y="4145344"/>
            <a:ext cx="38100" cy="711232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"/>
          <p:cNvSpPr/>
          <p:nvPr/>
        </p:nvSpPr>
        <p:spPr>
          <a:xfrm>
            <a:off x="733437" y="4257653"/>
            <a:ext cx="495300" cy="262033"/>
          </a:xfrm>
          <a:custGeom>
            <a:rect b="b" l="l" r="r" t="t"/>
            <a:pathLst>
              <a:path extrusionOk="0" h="266700" w="4953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228599"/>
                </a:lnTo>
                <a:cubicBezTo>
                  <a:pt x="495300" y="249628"/>
                  <a:pt x="478228" y="266700"/>
                  <a:pt x="4571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"/>
          <p:cNvSpPr/>
          <p:nvPr/>
        </p:nvSpPr>
        <p:spPr>
          <a:xfrm>
            <a:off x="733437" y="4257653"/>
            <a:ext cx="561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POST</a:t>
            </a:r>
            <a:endParaRPr b="0" i="0" sz="1600" u="none" cap="none" strike="noStrike"/>
          </a:p>
        </p:txBody>
      </p:sp>
      <p:sp>
        <p:nvSpPr>
          <p:cNvPr id="364" name="Google Shape;364;p5"/>
          <p:cNvSpPr/>
          <p:nvPr/>
        </p:nvSpPr>
        <p:spPr>
          <a:xfrm>
            <a:off x="4269441" y="4276371"/>
            <a:ext cx="9144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/api/login</a:t>
            </a:r>
            <a:endParaRPr b="0" i="0" sz="1600" u="none" cap="none" strike="noStrike"/>
          </a:p>
        </p:txBody>
      </p:sp>
      <p:sp>
        <p:nvSpPr>
          <p:cNvPr id="365" name="Google Shape;365;p5"/>
          <p:cNvSpPr/>
          <p:nvPr/>
        </p:nvSpPr>
        <p:spPr>
          <a:xfrm>
            <a:off x="733437" y="4557144"/>
            <a:ext cx="44385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← Qualsiasi client</a:t>
            </a:r>
            <a:endParaRPr b="0" i="0" sz="1600" u="none" cap="none" strike="noStrike"/>
          </a:p>
        </p:txBody>
      </p:sp>
      <p:sp>
        <p:nvSpPr>
          <p:cNvPr id="366" name="Google Shape;366;p5"/>
          <p:cNvSpPr/>
          <p:nvPr/>
        </p:nvSpPr>
        <p:spPr>
          <a:xfrm>
            <a:off x="385775" y="5507090"/>
            <a:ext cx="5029200" cy="1169789"/>
          </a:xfrm>
          <a:custGeom>
            <a:rect b="b" l="l" r="r" t="t"/>
            <a:pathLst>
              <a:path extrusionOk="0" h="1190625" w="5029200">
                <a:moveTo>
                  <a:pt x="114300" y="0"/>
                </a:moveTo>
                <a:lnTo>
                  <a:pt x="4914900" y="0"/>
                </a:lnTo>
                <a:cubicBezTo>
                  <a:pt x="4977984" y="0"/>
                  <a:pt x="5029200" y="51216"/>
                  <a:pt x="5029200" y="114300"/>
                </a:cubicBezTo>
                <a:lnTo>
                  <a:pt x="5029200" y="1076325"/>
                </a:lnTo>
                <a:cubicBezTo>
                  <a:pt x="5029200" y="1139409"/>
                  <a:pt x="4977984" y="1190625"/>
                  <a:pt x="4914900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"/>
          <p:cNvSpPr/>
          <p:nvPr/>
        </p:nvSpPr>
        <p:spPr>
          <a:xfrm>
            <a:off x="566750" y="5698951"/>
            <a:ext cx="190500" cy="187166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"/>
          <p:cNvSpPr/>
          <p:nvPr/>
        </p:nvSpPr>
        <p:spPr>
          <a:xfrm>
            <a:off x="857262" y="5661515"/>
            <a:ext cx="12192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Autenticazione</a:t>
            </a:r>
            <a:endParaRPr b="0" i="0" sz="1600" u="none" cap="none" strike="noStrike"/>
          </a:p>
        </p:txBody>
      </p:sp>
      <p:sp>
        <p:nvSpPr>
          <p:cNvPr id="369" name="Google Shape;369;p5"/>
          <p:cNvSpPr/>
          <p:nvPr/>
        </p:nvSpPr>
        <p:spPr>
          <a:xfrm>
            <a:off x="542937" y="6035878"/>
            <a:ext cx="4791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Laravel Sanctum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— token SHA-256</a:t>
            </a:r>
            <a:endParaRPr b="0" i="0" sz="1600" u="none" cap="none" strike="noStrike"/>
          </a:p>
        </p:txBody>
      </p:sp>
      <p:sp>
        <p:nvSpPr>
          <p:cNvPr id="370" name="Google Shape;370;p5"/>
          <p:cNvSpPr/>
          <p:nvPr/>
        </p:nvSpPr>
        <p:spPr>
          <a:xfrm>
            <a:off x="542937" y="6335368"/>
            <a:ext cx="47814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Token </a:t>
            </a:r>
            <a:r>
              <a:rPr b="1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stateless</a:t>
            </a: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: ogni richiesta porta il token, nessuna sessione server-side</a:t>
            </a:r>
            <a:endParaRPr b="0" i="0" sz="1600" u="none" cap="none" strike="noStrike"/>
          </a:p>
        </p:txBody>
      </p:sp>
      <p:sp>
        <p:nvSpPr>
          <p:cNvPr id="371" name="Google Shape;371;p5"/>
          <p:cNvSpPr/>
          <p:nvPr/>
        </p:nvSpPr>
        <p:spPr>
          <a:xfrm>
            <a:off x="5655030" y="1033450"/>
            <a:ext cx="6153150" cy="3378351"/>
          </a:xfrm>
          <a:custGeom>
            <a:rect b="b" l="l" r="r" t="t"/>
            <a:pathLst>
              <a:path extrusionOk="0" h="3438525" w="6153150">
                <a:moveTo>
                  <a:pt x="114297" y="0"/>
                </a:moveTo>
                <a:lnTo>
                  <a:pt x="6038853" y="0"/>
                </a:lnTo>
                <a:cubicBezTo>
                  <a:pt x="6101978" y="0"/>
                  <a:pt x="6153150" y="51172"/>
                  <a:pt x="6153150" y="114297"/>
                </a:cubicBezTo>
                <a:lnTo>
                  <a:pt x="6153150" y="3324228"/>
                </a:lnTo>
                <a:cubicBezTo>
                  <a:pt x="6153150" y="3387353"/>
                  <a:pt x="6101978" y="3438525"/>
                  <a:pt x="6038853" y="3438525"/>
                </a:cubicBezTo>
                <a:lnTo>
                  <a:pt x="114297" y="3438525"/>
                </a:lnTo>
                <a:cubicBezTo>
                  <a:pt x="51172" y="3438525"/>
                  <a:pt x="0" y="3387353"/>
                  <a:pt x="0" y="33242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"/>
          <p:cNvSpPr/>
          <p:nvPr/>
        </p:nvSpPr>
        <p:spPr>
          <a:xfrm>
            <a:off x="5878868" y="1262748"/>
            <a:ext cx="228600" cy="224599"/>
          </a:xfrm>
          <a:custGeom>
            <a:rect b="b" l="l" r="r" t="t"/>
            <a:pathLst>
              <a:path extrusionOk="0" h="228600" w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6250342" y="1225312"/>
            <a:ext cx="2352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Struttura Applicazione</a:t>
            </a:r>
            <a:endParaRPr b="0" i="0" sz="1600" u="none" cap="none" strike="noStrike"/>
          </a:p>
        </p:txBody>
      </p:sp>
      <p:sp>
        <p:nvSpPr>
          <p:cNvPr id="374" name="Google Shape;374;p5"/>
          <p:cNvSpPr/>
          <p:nvPr/>
        </p:nvSpPr>
        <p:spPr>
          <a:xfrm>
            <a:off x="5850293" y="1674548"/>
            <a:ext cx="2800350" cy="1459897"/>
          </a:xfrm>
          <a:custGeom>
            <a:rect b="b" l="l" r="r" t="t"/>
            <a:pathLst>
              <a:path extrusionOk="0" h="1485900" w="2800350">
                <a:moveTo>
                  <a:pt x="76197" y="0"/>
                </a:moveTo>
                <a:lnTo>
                  <a:pt x="2724153" y="0"/>
                </a:lnTo>
                <a:cubicBezTo>
                  <a:pt x="2766235" y="0"/>
                  <a:pt x="2800350" y="34115"/>
                  <a:pt x="2800350" y="76197"/>
                </a:cubicBezTo>
                <a:lnTo>
                  <a:pt x="2800350" y="1409703"/>
                </a:lnTo>
                <a:cubicBezTo>
                  <a:pt x="2800350" y="1451785"/>
                  <a:pt x="2766235" y="1485900"/>
                  <a:pt x="272415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"/>
          <p:cNvSpPr/>
          <p:nvPr/>
        </p:nvSpPr>
        <p:spPr>
          <a:xfrm>
            <a:off x="6021743" y="1861729"/>
            <a:ext cx="152400" cy="149733"/>
          </a:xfrm>
          <a:custGeom>
            <a:rect b="b" l="l" r="r" t="t"/>
            <a:pathLst>
              <a:path extrusionOk="0" h="152400" w="15240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"/>
          <p:cNvSpPr/>
          <p:nvPr/>
        </p:nvSpPr>
        <p:spPr>
          <a:xfrm>
            <a:off x="6269392" y="1824293"/>
            <a:ext cx="866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4 Controller</a:t>
            </a:r>
            <a:endParaRPr b="0" i="0" sz="1600" u="none" cap="none" strike="noStrike"/>
          </a:p>
        </p:txBody>
      </p:sp>
      <p:sp>
        <p:nvSpPr>
          <p:cNvPr id="377" name="Google Shape;377;p5"/>
          <p:cNvSpPr/>
          <p:nvPr/>
        </p:nvSpPr>
        <p:spPr>
          <a:xfrm>
            <a:off x="6231292" y="2123783"/>
            <a:ext cx="233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AuthController</a:t>
            </a:r>
            <a:endParaRPr b="0" i="0" sz="1600" u="none" cap="none" strike="noStrike"/>
          </a:p>
        </p:txBody>
      </p:sp>
      <p:sp>
        <p:nvSpPr>
          <p:cNvPr id="378" name="Google Shape;378;p5"/>
          <p:cNvSpPr/>
          <p:nvPr/>
        </p:nvSpPr>
        <p:spPr>
          <a:xfrm>
            <a:off x="6231292" y="2348401"/>
            <a:ext cx="233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TelemetryController</a:t>
            </a:r>
            <a:endParaRPr b="0" i="0" sz="1600" u="none" cap="none" strike="noStrike"/>
          </a:p>
        </p:txBody>
      </p:sp>
      <p:sp>
        <p:nvSpPr>
          <p:cNvPr id="379" name="Google Shape;379;p5"/>
          <p:cNvSpPr/>
          <p:nvPr/>
        </p:nvSpPr>
        <p:spPr>
          <a:xfrm>
            <a:off x="6231292" y="2573019"/>
            <a:ext cx="233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DeviceController</a:t>
            </a:r>
            <a:endParaRPr b="0" i="0" sz="1600" u="none" cap="none" strike="noStrike"/>
          </a:p>
        </p:txBody>
      </p:sp>
      <p:sp>
        <p:nvSpPr>
          <p:cNvPr id="380" name="Google Shape;380;p5"/>
          <p:cNvSpPr/>
          <p:nvPr/>
        </p:nvSpPr>
        <p:spPr>
          <a:xfrm>
            <a:off x="6231292" y="2797637"/>
            <a:ext cx="233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UserController</a:t>
            </a:r>
            <a:endParaRPr b="0" i="0" sz="1600" u="none" cap="none" strike="noStrike"/>
          </a:p>
        </p:txBody>
      </p:sp>
      <p:sp>
        <p:nvSpPr>
          <p:cNvPr id="381" name="Google Shape;381;p5"/>
          <p:cNvSpPr/>
          <p:nvPr/>
        </p:nvSpPr>
        <p:spPr>
          <a:xfrm>
            <a:off x="8806760" y="1674548"/>
            <a:ext cx="2800350" cy="1459897"/>
          </a:xfrm>
          <a:custGeom>
            <a:rect b="b" l="l" r="r" t="t"/>
            <a:pathLst>
              <a:path extrusionOk="0" h="1485900" w="2800350">
                <a:moveTo>
                  <a:pt x="76197" y="0"/>
                </a:moveTo>
                <a:lnTo>
                  <a:pt x="2724153" y="0"/>
                </a:lnTo>
                <a:cubicBezTo>
                  <a:pt x="2766235" y="0"/>
                  <a:pt x="2800350" y="34115"/>
                  <a:pt x="2800350" y="76197"/>
                </a:cubicBezTo>
                <a:lnTo>
                  <a:pt x="2800350" y="1409703"/>
                </a:lnTo>
                <a:cubicBezTo>
                  <a:pt x="2800350" y="1451785"/>
                  <a:pt x="2766235" y="1485900"/>
                  <a:pt x="272415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8987735" y="1861729"/>
            <a:ext cx="133350" cy="149733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9225860" y="1824293"/>
            <a:ext cx="619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3 Model</a:t>
            </a:r>
            <a:endParaRPr b="0" i="0" sz="1600" u="none" cap="none" strike="noStrike"/>
          </a:p>
        </p:txBody>
      </p:sp>
      <p:sp>
        <p:nvSpPr>
          <p:cNvPr id="384" name="Google Shape;384;p5"/>
          <p:cNvSpPr/>
          <p:nvPr/>
        </p:nvSpPr>
        <p:spPr>
          <a:xfrm>
            <a:off x="9187760" y="2123783"/>
            <a:ext cx="233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User</a:t>
            </a:r>
            <a:endParaRPr b="0" i="0" sz="1600" u="none" cap="none" strike="noStrike"/>
          </a:p>
        </p:txBody>
      </p:sp>
      <p:sp>
        <p:nvSpPr>
          <p:cNvPr id="385" name="Google Shape;385;p5"/>
          <p:cNvSpPr/>
          <p:nvPr/>
        </p:nvSpPr>
        <p:spPr>
          <a:xfrm>
            <a:off x="9187760" y="2348401"/>
            <a:ext cx="233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Telemetry</a:t>
            </a:r>
            <a:endParaRPr b="0" i="0" sz="1600" u="none" cap="none" strike="noStrike"/>
          </a:p>
        </p:txBody>
      </p:sp>
      <p:sp>
        <p:nvSpPr>
          <p:cNvPr id="386" name="Google Shape;386;p5"/>
          <p:cNvSpPr/>
          <p:nvPr/>
        </p:nvSpPr>
        <p:spPr>
          <a:xfrm>
            <a:off x="9187760" y="2573019"/>
            <a:ext cx="233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DeviceSettings</a:t>
            </a:r>
            <a:endParaRPr b="0" i="0" sz="1600" u="none" cap="none" strike="noStrike"/>
          </a:p>
        </p:txBody>
      </p:sp>
      <p:sp>
        <p:nvSpPr>
          <p:cNvPr id="387" name="Google Shape;387;p5"/>
          <p:cNvSpPr/>
          <p:nvPr/>
        </p:nvSpPr>
        <p:spPr>
          <a:xfrm>
            <a:off x="5850293" y="3284309"/>
            <a:ext cx="5762625" cy="935831"/>
          </a:xfrm>
          <a:custGeom>
            <a:rect b="b" l="l" r="r" t="t"/>
            <a:pathLst>
              <a:path extrusionOk="0" h="952500" w="5762625">
                <a:moveTo>
                  <a:pt x="76200" y="0"/>
                </a:moveTo>
                <a:lnTo>
                  <a:pt x="5686425" y="0"/>
                </a:lnTo>
                <a:cubicBezTo>
                  <a:pt x="5728481" y="0"/>
                  <a:pt x="5762625" y="34144"/>
                  <a:pt x="5762625" y="76200"/>
                </a:cubicBezTo>
                <a:lnTo>
                  <a:pt x="5762625" y="876300"/>
                </a:lnTo>
                <a:cubicBezTo>
                  <a:pt x="5762625" y="918356"/>
                  <a:pt x="5728481" y="952500"/>
                  <a:pt x="56864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"/>
          <p:cNvSpPr/>
          <p:nvPr/>
        </p:nvSpPr>
        <p:spPr>
          <a:xfrm>
            <a:off x="5993168" y="3434054"/>
            <a:ext cx="133350" cy="149733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6231292" y="3396618"/>
            <a:ext cx="1362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Database &amp; Deploy</a:t>
            </a:r>
            <a:endParaRPr b="0" i="0" sz="1600" u="none" cap="none" strike="noStrike"/>
          </a:p>
        </p:txBody>
      </p:sp>
      <p:sp>
        <p:nvSpPr>
          <p:cNvPr id="390" name="Google Shape;390;p5"/>
          <p:cNvSpPr/>
          <p:nvPr/>
        </p:nvSpPr>
        <p:spPr>
          <a:xfrm>
            <a:off x="5964593" y="3696108"/>
            <a:ext cx="5600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PostgreSQL su Supabase — </a:t>
            </a:r>
            <a:r>
              <a:rPr b="0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9 migrazioni evolutive</a:t>
            </a:r>
            <a:endParaRPr b="0" i="0" sz="1600" u="none" cap="none" strike="noStrike"/>
          </a:p>
        </p:txBody>
      </p:sp>
      <p:sp>
        <p:nvSpPr>
          <p:cNvPr id="391" name="Google Shape;391;p5"/>
          <p:cNvSpPr/>
          <p:nvPr/>
        </p:nvSpPr>
        <p:spPr>
          <a:xfrm>
            <a:off x="5964593" y="3920726"/>
            <a:ext cx="5600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Docker container → Railway, avvio con </a:t>
            </a:r>
            <a:r>
              <a:rPr lang="en-US" sz="1050">
                <a:solidFill>
                  <a:srgbClr val="6366F1"/>
                </a:solidFill>
              </a:rPr>
              <a:t>Dockerfile</a:t>
            </a:r>
            <a:endParaRPr b="0" i="0" sz="1600" u="none" cap="none" strike="noStrike"/>
          </a:p>
        </p:txBody>
      </p:sp>
      <p:sp>
        <p:nvSpPr>
          <p:cNvPr id="392" name="Google Shape;392;p5"/>
          <p:cNvSpPr/>
          <p:nvPr/>
        </p:nvSpPr>
        <p:spPr>
          <a:xfrm>
            <a:off x="5655030" y="4571183"/>
            <a:ext cx="6153150" cy="2105620"/>
          </a:xfrm>
          <a:custGeom>
            <a:rect b="b" l="l" r="r" t="t"/>
            <a:pathLst>
              <a:path extrusionOk="0" h="2143125" w="6153150">
                <a:moveTo>
                  <a:pt x="114293" y="0"/>
                </a:moveTo>
                <a:lnTo>
                  <a:pt x="6038857" y="0"/>
                </a:lnTo>
                <a:cubicBezTo>
                  <a:pt x="6101979" y="0"/>
                  <a:pt x="6153150" y="51171"/>
                  <a:pt x="6153150" y="114293"/>
                </a:cubicBezTo>
                <a:lnTo>
                  <a:pt x="6153150" y="2028832"/>
                </a:lnTo>
                <a:cubicBezTo>
                  <a:pt x="6153150" y="2091954"/>
                  <a:pt x="6101979" y="2143125"/>
                  <a:pt x="6038857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5862199" y="4800480"/>
            <a:ext cx="214313" cy="187166"/>
          </a:xfrm>
          <a:custGeom>
            <a:rect b="b" l="l" r="r" t="t"/>
            <a:pathLst>
              <a:path extrusionOk="0" h="190500" w="214313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6202717" y="4763043"/>
            <a:ext cx="1352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Feature Chiave</a:t>
            </a:r>
            <a:endParaRPr b="0" i="0" sz="1600" u="none" cap="none" strike="noStrike"/>
          </a:p>
        </p:txBody>
      </p:sp>
      <p:sp>
        <p:nvSpPr>
          <p:cNvPr id="395" name="Google Shape;395;p5"/>
          <p:cNvSpPr/>
          <p:nvPr/>
        </p:nvSpPr>
        <p:spPr>
          <a:xfrm>
            <a:off x="5850293" y="5174843"/>
            <a:ext cx="304800" cy="299466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5938399" y="5259074"/>
            <a:ext cx="133350" cy="131016"/>
          </a:xfrm>
          <a:custGeom>
            <a:rect b="b" l="l" r="r" t="t"/>
            <a:pathLst>
              <a:path extrusionOk="0" h="133350" w="133350">
                <a:moveTo>
                  <a:pt x="103789" y="3177"/>
                </a:moveTo>
                <a:lnTo>
                  <a:pt x="80817" y="26149"/>
                </a:lnTo>
                <a:lnTo>
                  <a:pt x="107201" y="52533"/>
                </a:lnTo>
                <a:lnTo>
                  <a:pt x="130173" y="29561"/>
                </a:lnTo>
                <a:cubicBezTo>
                  <a:pt x="132204" y="27503"/>
                  <a:pt x="133350" y="24743"/>
                  <a:pt x="133350" y="21878"/>
                </a:cubicBezTo>
                <a:cubicBezTo>
                  <a:pt x="133350" y="19013"/>
                  <a:pt x="132204" y="16252"/>
                  <a:pt x="130173" y="14194"/>
                </a:cubicBezTo>
                <a:lnTo>
                  <a:pt x="119156" y="3177"/>
                </a:lnTo>
                <a:cubicBezTo>
                  <a:pt x="117098" y="1146"/>
                  <a:pt x="114337" y="0"/>
                  <a:pt x="111472" y="0"/>
                </a:cubicBezTo>
                <a:cubicBezTo>
                  <a:pt x="108607" y="0"/>
                  <a:pt x="105847" y="1146"/>
                  <a:pt x="103789" y="3177"/>
                </a:cubicBezTo>
                <a:close/>
                <a:moveTo>
                  <a:pt x="71988" y="34978"/>
                </a:moveTo>
                <a:lnTo>
                  <a:pt x="3177" y="103789"/>
                </a:lnTo>
                <a:cubicBezTo>
                  <a:pt x="1146" y="105847"/>
                  <a:pt x="0" y="108607"/>
                  <a:pt x="0" y="111472"/>
                </a:cubicBezTo>
                <a:cubicBezTo>
                  <a:pt x="0" y="114337"/>
                  <a:pt x="1146" y="117098"/>
                  <a:pt x="3177" y="119156"/>
                </a:cubicBezTo>
                <a:lnTo>
                  <a:pt x="14194" y="130173"/>
                </a:lnTo>
                <a:cubicBezTo>
                  <a:pt x="16252" y="132204"/>
                  <a:pt x="19013" y="133350"/>
                  <a:pt x="21878" y="133350"/>
                </a:cubicBezTo>
                <a:cubicBezTo>
                  <a:pt x="24743" y="133350"/>
                  <a:pt x="27503" y="132204"/>
                  <a:pt x="29561" y="130173"/>
                </a:cubicBezTo>
                <a:lnTo>
                  <a:pt x="98372" y="61362"/>
                </a:lnTo>
                <a:lnTo>
                  <a:pt x="71988" y="3497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6269392" y="5174843"/>
            <a:ext cx="5419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Auto-registrazione Device</a:t>
            </a:r>
            <a:endParaRPr b="0" i="0" sz="1600" u="none" cap="none" strike="noStrike"/>
          </a:p>
        </p:txBody>
      </p:sp>
      <p:sp>
        <p:nvSpPr>
          <p:cNvPr id="398" name="Google Shape;398;p5"/>
          <p:cNvSpPr/>
          <p:nvPr/>
        </p:nvSpPr>
        <p:spPr>
          <a:xfrm>
            <a:off x="6269392" y="5399461"/>
            <a:ext cx="5410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DeviceSettings::firstOrCreate()</a:t>
            </a: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— un nuovo ESP32 si "auto-registra" al primo invio senza configurazione manuale</a:t>
            </a:r>
            <a:endParaRPr b="0" i="0" sz="1600" u="none" cap="none" strike="noStrike"/>
          </a:p>
        </p:txBody>
      </p:sp>
      <p:sp>
        <p:nvSpPr>
          <p:cNvPr id="399" name="Google Shape;399;p5"/>
          <p:cNvSpPr/>
          <p:nvPr/>
        </p:nvSpPr>
        <p:spPr>
          <a:xfrm>
            <a:off x="5850293" y="5886133"/>
            <a:ext cx="304800" cy="299466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5938399" y="5970364"/>
            <a:ext cx="133350" cy="131016"/>
          </a:xfrm>
          <a:custGeom>
            <a:rect b="b" l="l" r="r" t="t"/>
            <a:pathLst>
              <a:path extrusionOk="0" h="133350" w="133350">
                <a:moveTo>
                  <a:pt x="53184" y="4792"/>
                </a:moveTo>
                <a:cubicBezTo>
                  <a:pt x="56309" y="6095"/>
                  <a:pt x="58341" y="9116"/>
                  <a:pt x="58341" y="12502"/>
                </a:cubicBezTo>
                <a:lnTo>
                  <a:pt x="58341" y="33337"/>
                </a:lnTo>
                <a:lnTo>
                  <a:pt x="87511" y="33337"/>
                </a:lnTo>
                <a:cubicBezTo>
                  <a:pt x="112827" y="33337"/>
                  <a:pt x="133350" y="53861"/>
                  <a:pt x="133350" y="79177"/>
                </a:cubicBezTo>
                <a:cubicBezTo>
                  <a:pt x="133350" y="108685"/>
                  <a:pt x="112123" y="121864"/>
                  <a:pt x="107253" y="124521"/>
                </a:cubicBezTo>
                <a:cubicBezTo>
                  <a:pt x="106602" y="124885"/>
                  <a:pt x="105873" y="125016"/>
                  <a:pt x="105143" y="125016"/>
                </a:cubicBezTo>
                <a:cubicBezTo>
                  <a:pt x="102304" y="125016"/>
                  <a:pt x="100013" y="122698"/>
                  <a:pt x="100013" y="119885"/>
                </a:cubicBezTo>
                <a:cubicBezTo>
                  <a:pt x="100013" y="117931"/>
                  <a:pt x="101132" y="116134"/>
                  <a:pt x="102565" y="114806"/>
                </a:cubicBezTo>
                <a:cubicBezTo>
                  <a:pt x="105013" y="112514"/>
                  <a:pt x="108347" y="107930"/>
                  <a:pt x="108347" y="100039"/>
                </a:cubicBezTo>
                <a:cubicBezTo>
                  <a:pt x="108347" y="86235"/>
                  <a:pt x="97148" y="75035"/>
                  <a:pt x="83344" y="75035"/>
                </a:cubicBezTo>
                <a:lnTo>
                  <a:pt x="58341" y="75035"/>
                </a:lnTo>
                <a:lnTo>
                  <a:pt x="58341" y="95871"/>
                </a:lnTo>
                <a:cubicBezTo>
                  <a:pt x="58341" y="99231"/>
                  <a:pt x="56309" y="102278"/>
                  <a:pt x="53184" y="103581"/>
                </a:cubicBezTo>
                <a:cubicBezTo>
                  <a:pt x="50058" y="104883"/>
                  <a:pt x="46490" y="104154"/>
                  <a:pt x="44094" y="101784"/>
                </a:cubicBezTo>
                <a:lnTo>
                  <a:pt x="2422" y="60112"/>
                </a:lnTo>
                <a:cubicBezTo>
                  <a:pt x="-833" y="56856"/>
                  <a:pt x="-833" y="51569"/>
                  <a:pt x="2422" y="48313"/>
                </a:cubicBezTo>
                <a:lnTo>
                  <a:pt x="44094" y="6641"/>
                </a:lnTo>
                <a:cubicBezTo>
                  <a:pt x="46490" y="4245"/>
                  <a:pt x="50058" y="3542"/>
                  <a:pt x="53184" y="4844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6269392" y="5886133"/>
            <a:ext cx="5419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Command-in-Response</a:t>
            </a:r>
            <a:endParaRPr b="0" i="0" sz="1600" u="none" cap="none" strike="noStrike"/>
          </a:p>
        </p:txBody>
      </p:sp>
      <p:sp>
        <p:nvSpPr>
          <p:cNvPr id="402" name="Google Shape;402;p5"/>
          <p:cNvSpPr/>
          <p:nvPr/>
        </p:nvSpPr>
        <p:spPr>
          <a:xfrm>
            <a:off x="6269392" y="6110751"/>
            <a:ext cx="5410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La risposta a </a:t>
            </a:r>
            <a:r>
              <a:rPr b="0" i="0" lang="en-US" sz="10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/device/data</a:t>
            </a: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contiene 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fan_desired_state</a:t>
            </a: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— zero polling extra, zero endpoint separato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Frontend — La Dashboard React</a:t>
            </a:r>
            <a:endParaRPr b="0" i="0" sz="1600" u="none" cap="none" strike="noStrike"/>
          </a:p>
        </p:txBody>
      </p:sp>
      <p:sp>
        <p:nvSpPr>
          <p:cNvPr id="409" name="Google Shape;409;p6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>
            <a:noFill/>
          </a:ln>
        </p:spPr>
      </p:sp>
      <p:sp>
        <p:nvSpPr>
          <p:cNvPr id="410" name="Google Shape;410;p6"/>
          <p:cNvSpPr/>
          <p:nvPr/>
        </p:nvSpPr>
        <p:spPr>
          <a:xfrm>
            <a:off x="385763" y="1033462"/>
            <a:ext cx="5391150" cy="1533525"/>
          </a:xfrm>
          <a:custGeom>
            <a:rect b="b" l="l" r="r" t="t"/>
            <a:pathLst>
              <a:path extrusionOk="0" h="1533525" w="5391150">
                <a:moveTo>
                  <a:pt x="114294" y="0"/>
                </a:moveTo>
                <a:lnTo>
                  <a:pt x="5276856" y="0"/>
                </a:lnTo>
                <a:cubicBezTo>
                  <a:pt x="5339979" y="0"/>
                  <a:pt x="5391150" y="51171"/>
                  <a:pt x="5391150" y="114294"/>
                </a:cubicBezTo>
                <a:lnTo>
                  <a:pt x="5391150" y="1419231"/>
                </a:lnTo>
                <a:cubicBezTo>
                  <a:pt x="5391150" y="1482354"/>
                  <a:pt x="5339979" y="1533525"/>
                  <a:pt x="5276856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"/>
          <p:cNvSpPr/>
          <p:nvPr/>
        </p:nvSpPr>
        <p:spPr>
          <a:xfrm>
            <a:off x="609600" y="1266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"/>
          <p:cNvSpPr/>
          <p:nvPr/>
        </p:nvSpPr>
        <p:spPr>
          <a:xfrm>
            <a:off x="981075" y="122872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Stack Tecnologico</a:t>
            </a:r>
            <a:endParaRPr b="0" i="0" sz="1600" u="none" cap="none" strike="noStrike"/>
          </a:p>
        </p:txBody>
      </p:sp>
      <p:sp>
        <p:nvSpPr>
          <p:cNvPr id="413" name="Google Shape;413;p6"/>
          <p:cNvSpPr/>
          <p:nvPr/>
        </p:nvSpPr>
        <p:spPr>
          <a:xfrm>
            <a:off x="581025" y="1685925"/>
            <a:ext cx="723900" cy="304800"/>
          </a:xfrm>
          <a:custGeom>
            <a:rect b="b" l="l" r="r" t="t"/>
            <a:pathLst>
              <a:path extrusionOk="0" h="304800" w="723900">
                <a:moveTo>
                  <a:pt x="152400" y="0"/>
                </a:moveTo>
                <a:lnTo>
                  <a:pt x="571500" y="0"/>
                </a:lnTo>
                <a:cubicBezTo>
                  <a:pt x="655612" y="0"/>
                  <a:pt x="723900" y="68288"/>
                  <a:pt x="723900" y="152400"/>
                </a:cubicBezTo>
                <a:lnTo>
                  <a:pt x="723900" y="152400"/>
                </a:lnTo>
                <a:cubicBezTo>
                  <a:pt x="723900" y="236512"/>
                  <a:pt x="655612" y="304800"/>
                  <a:pt x="5715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6"/>
          <p:cNvSpPr/>
          <p:nvPr/>
        </p:nvSpPr>
        <p:spPr>
          <a:xfrm>
            <a:off x="581025" y="1685925"/>
            <a:ext cx="790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React 19</a:t>
            </a:r>
            <a:endParaRPr b="0" i="0" sz="1600" u="none" cap="none" strike="noStrike"/>
          </a:p>
        </p:txBody>
      </p:sp>
      <p:sp>
        <p:nvSpPr>
          <p:cNvPr id="415" name="Google Shape;415;p6"/>
          <p:cNvSpPr/>
          <p:nvPr/>
        </p:nvSpPr>
        <p:spPr>
          <a:xfrm>
            <a:off x="1383506" y="1685925"/>
            <a:ext cx="561975" cy="304800"/>
          </a:xfrm>
          <a:custGeom>
            <a:rect b="b" l="l" r="r" t="t"/>
            <a:pathLst>
              <a:path extrusionOk="0" h="304800" w="561975">
                <a:moveTo>
                  <a:pt x="152400" y="0"/>
                </a:moveTo>
                <a:lnTo>
                  <a:pt x="409575" y="0"/>
                </a:lnTo>
                <a:cubicBezTo>
                  <a:pt x="493687" y="0"/>
                  <a:pt x="561975" y="68288"/>
                  <a:pt x="561975" y="152400"/>
                </a:cubicBezTo>
                <a:lnTo>
                  <a:pt x="561975" y="152400"/>
                </a:lnTo>
                <a:cubicBezTo>
                  <a:pt x="561975" y="236512"/>
                  <a:pt x="493687" y="304800"/>
                  <a:pt x="4095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"/>
          <p:cNvSpPr/>
          <p:nvPr/>
        </p:nvSpPr>
        <p:spPr>
          <a:xfrm>
            <a:off x="1383506" y="16859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Vite 7</a:t>
            </a:r>
            <a:endParaRPr b="0" i="0" sz="1600" u="none" cap="none" strike="noStrike"/>
          </a:p>
        </p:txBody>
      </p:sp>
      <p:sp>
        <p:nvSpPr>
          <p:cNvPr id="417" name="Google Shape;417;p6"/>
          <p:cNvSpPr/>
          <p:nvPr/>
        </p:nvSpPr>
        <p:spPr>
          <a:xfrm>
            <a:off x="2020639" y="1685925"/>
            <a:ext cx="1085850" cy="304800"/>
          </a:xfrm>
          <a:custGeom>
            <a:rect b="b" l="l" r="r" t="t"/>
            <a:pathLst>
              <a:path extrusionOk="0" h="304800" w="1085850">
                <a:moveTo>
                  <a:pt x="152400" y="0"/>
                </a:moveTo>
                <a:lnTo>
                  <a:pt x="933450" y="0"/>
                </a:lnTo>
                <a:cubicBezTo>
                  <a:pt x="1017562" y="0"/>
                  <a:pt x="1085850" y="68288"/>
                  <a:pt x="1085850" y="152400"/>
                </a:cubicBezTo>
                <a:lnTo>
                  <a:pt x="1085850" y="152400"/>
                </a:lnTo>
                <a:cubicBezTo>
                  <a:pt x="1085850" y="236512"/>
                  <a:pt x="1017562" y="304800"/>
                  <a:pt x="9334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"/>
          <p:cNvSpPr/>
          <p:nvPr/>
        </p:nvSpPr>
        <p:spPr>
          <a:xfrm>
            <a:off x="2020639" y="1685925"/>
            <a:ext cx="1152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TailwindCSS 4</a:t>
            </a:r>
            <a:endParaRPr b="0" i="0" sz="1600" u="none" cap="none" strike="noStrike"/>
          </a:p>
        </p:txBody>
      </p:sp>
      <p:sp>
        <p:nvSpPr>
          <p:cNvPr id="419" name="Google Shape;419;p6"/>
          <p:cNvSpPr/>
          <p:nvPr/>
        </p:nvSpPr>
        <p:spPr>
          <a:xfrm>
            <a:off x="3182094" y="1685925"/>
            <a:ext cx="857250" cy="304800"/>
          </a:xfrm>
          <a:custGeom>
            <a:rect b="b" l="l" r="r" t="t"/>
            <a:pathLst>
              <a:path extrusionOk="0" h="304800" w="857250">
                <a:moveTo>
                  <a:pt x="152400" y="0"/>
                </a:moveTo>
                <a:lnTo>
                  <a:pt x="704850" y="0"/>
                </a:lnTo>
                <a:cubicBezTo>
                  <a:pt x="788962" y="0"/>
                  <a:pt x="857250" y="68288"/>
                  <a:pt x="857250" y="152400"/>
                </a:cubicBezTo>
                <a:lnTo>
                  <a:pt x="857250" y="152400"/>
                </a:lnTo>
                <a:cubicBezTo>
                  <a:pt x="857250" y="236512"/>
                  <a:pt x="788962" y="304800"/>
                  <a:pt x="7048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"/>
          <p:cNvSpPr/>
          <p:nvPr/>
        </p:nvSpPr>
        <p:spPr>
          <a:xfrm>
            <a:off x="3182094" y="1685925"/>
            <a:ext cx="92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Recharts 3</a:t>
            </a:r>
            <a:endParaRPr b="0" i="0" sz="1600" u="none" cap="none" strike="noStrike"/>
          </a:p>
        </p:txBody>
      </p:sp>
      <p:sp>
        <p:nvSpPr>
          <p:cNvPr id="421" name="Google Shape;421;p6"/>
          <p:cNvSpPr/>
          <p:nvPr/>
        </p:nvSpPr>
        <p:spPr>
          <a:xfrm>
            <a:off x="4114354" y="1685925"/>
            <a:ext cx="1095375" cy="304800"/>
          </a:xfrm>
          <a:custGeom>
            <a:rect b="b" l="l" r="r" t="t"/>
            <a:pathLst>
              <a:path extrusionOk="0" h="304800" w="1095375">
                <a:moveTo>
                  <a:pt x="152400" y="0"/>
                </a:moveTo>
                <a:lnTo>
                  <a:pt x="942975" y="0"/>
                </a:lnTo>
                <a:cubicBezTo>
                  <a:pt x="1027087" y="0"/>
                  <a:pt x="1095375" y="68288"/>
                  <a:pt x="1095375" y="152400"/>
                </a:cubicBezTo>
                <a:lnTo>
                  <a:pt x="1095375" y="152400"/>
                </a:lnTo>
                <a:cubicBezTo>
                  <a:pt x="1095375" y="236512"/>
                  <a:pt x="1027087" y="304800"/>
                  <a:pt x="9429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"/>
          <p:cNvSpPr/>
          <p:nvPr/>
        </p:nvSpPr>
        <p:spPr>
          <a:xfrm>
            <a:off x="4114354" y="1685925"/>
            <a:ext cx="1162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Framer Motion</a:t>
            </a:r>
            <a:endParaRPr b="0" i="0" sz="1600" u="none" cap="none" strike="noStrike"/>
          </a:p>
        </p:txBody>
      </p:sp>
      <p:sp>
        <p:nvSpPr>
          <p:cNvPr id="423" name="Google Shape;423;p6"/>
          <p:cNvSpPr/>
          <p:nvPr/>
        </p:nvSpPr>
        <p:spPr>
          <a:xfrm>
            <a:off x="581025" y="2066925"/>
            <a:ext cx="552450" cy="304800"/>
          </a:xfrm>
          <a:custGeom>
            <a:rect b="b" l="l" r="r" t="t"/>
            <a:pathLst>
              <a:path extrusionOk="0" h="304800" w="552450">
                <a:moveTo>
                  <a:pt x="152400" y="0"/>
                </a:moveTo>
                <a:lnTo>
                  <a:pt x="400050" y="0"/>
                </a:lnTo>
                <a:cubicBezTo>
                  <a:pt x="484162" y="0"/>
                  <a:pt x="552450" y="68288"/>
                  <a:pt x="552450" y="152400"/>
                </a:cubicBezTo>
                <a:lnTo>
                  <a:pt x="552450" y="152400"/>
                </a:lnTo>
                <a:cubicBezTo>
                  <a:pt x="552450" y="236512"/>
                  <a:pt x="484162" y="304800"/>
                  <a:pt x="4000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"/>
          <p:cNvSpPr/>
          <p:nvPr/>
        </p:nvSpPr>
        <p:spPr>
          <a:xfrm>
            <a:off x="581025" y="2066925"/>
            <a:ext cx="61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Liter"/>
                <a:ea typeface="Liter"/>
                <a:cs typeface="Liter"/>
                <a:sym typeface="Liter"/>
              </a:rPr>
              <a:t>Axios</a:t>
            </a:r>
            <a:endParaRPr b="0" i="0" sz="1600" u="none" cap="none" strike="noStrike"/>
          </a:p>
        </p:txBody>
      </p:sp>
      <p:sp>
        <p:nvSpPr>
          <p:cNvPr id="425" name="Google Shape;425;p6"/>
          <p:cNvSpPr/>
          <p:nvPr/>
        </p:nvSpPr>
        <p:spPr>
          <a:xfrm>
            <a:off x="1212354" y="2066925"/>
            <a:ext cx="990600" cy="304800"/>
          </a:xfrm>
          <a:custGeom>
            <a:rect b="b" l="l" r="r" t="t"/>
            <a:pathLst>
              <a:path extrusionOk="0" h="304800" w="990600">
                <a:moveTo>
                  <a:pt x="152400" y="0"/>
                </a:moveTo>
                <a:lnTo>
                  <a:pt x="838200" y="0"/>
                </a:lnTo>
                <a:cubicBezTo>
                  <a:pt x="922312" y="0"/>
                  <a:pt x="990600" y="68288"/>
                  <a:pt x="990600" y="152400"/>
                </a:cubicBezTo>
                <a:lnTo>
                  <a:pt x="990600" y="152400"/>
                </a:lnTo>
                <a:cubicBezTo>
                  <a:pt x="990600" y="236512"/>
                  <a:pt x="922312" y="304800"/>
                  <a:pt x="8382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"/>
          <p:cNvSpPr/>
          <p:nvPr/>
        </p:nvSpPr>
        <p:spPr>
          <a:xfrm>
            <a:off x="1212354" y="2066925"/>
            <a:ext cx="1057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97316"/>
                </a:solidFill>
                <a:latin typeface="Liter"/>
                <a:ea typeface="Liter"/>
                <a:cs typeface="Liter"/>
                <a:sym typeface="Liter"/>
              </a:rPr>
              <a:t>React 19</a:t>
            </a:r>
            <a:endParaRPr b="0" i="0" sz="1600" u="none" cap="none" strike="noStrike"/>
          </a:p>
        </p:txBody>
      </p:sp>
      <p:sp>
        <p:nvSpPr>
          <p:cNvPr id="427" name="Google Shape;427;p6"/>
          <p:cNvSpPr/>
          <p:nvPr/>
        </p:nvSpPr>
        <p:spPr>
          <a:xfrm>
            <a:off x="385763" y="2724126"/>
            <a:ext cx="5391150" cy="3743325"/>
          </a:xfrm>
          <a:custGeom>
            <a:rect b="b" l="l" r="r" t="t"/>
            <a:pathLst>
              <a:path extrusionOk="0" h="3743325" w="5391150">
                <a:moveTo>
                  <a:pt x="114284" y="0"/>
                </a:moveTo>
                <a:lnTo>
                  <a:pt x="5276866" y="0"/>
                </a:lnTo>
                <a:cubicBezTo>
                  <a:pt x="5339983" y="0"/>
                  <a:pt x="5391150" y="51167"/>
                  <a:pt x="5391150" y="114284"/>
                </a:cubicBezTo>
                <a:lnTo>
                  <a:pt x="5391150" y="3629041"/>
                </a:lnTo>
                <a:cubicBezTo>
                  <a:pt x="5391150" y="3692158"/>
                  <a:pt x="5339983" y="3743325"/>
                  <a:pt x="5276866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6"/>
          <p:cNvSpPr/>
          <p:nvPr/>
        </p:nvSpPr>
        <p:spPr>
          <a:xfrm>
            <a:off x="609600" y="2962275"/>
            <a:ext cx="228600" cy="228600"/>
          </a:xfrm>
          <a:custGeom>
            <a:rect b="b" l="l" r="r" t="t"/>
            <a:pathLst>
              <a:path extrusionOk="0" h="228600" w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6"/>
          <p:cNvSpPr/>
          <p:nvPr/>
        </p:nvSpPr>
        <p:spPr>
          <a:xfrm>
            <a:off x="981075" y="2924175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Funzionalità Dashboard</a:t>
            </a:r>
            <a:endParaRPr b="0" i="0" sz="1600" u="none" cap="none" strike="noStrike"/>
          </a:p>
        </p:txBody>
      </p:sp>
      <p:sp>
        <p:nvSpPr>
          <p:cNvPr id="430" name="Google Shape;430;p6"/>
          <p:cNvSpPr/>
          <p:nvPr/>
        </p:nvSpPr>
        <p:spPr>
          <a:xfrm>
            <a:off x="600075" y="34921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"/>
          <p:cNvSpPr/>
          <p:nvPr/>
        </p:nvSpPr>
        <p:spPr>
          <a:xfrm>
            <a:off x="885825" y="3454000"/>
            <a:ext cx="430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Login / Registrazione con guards di navigazione (</a:t>
            </a:r>
            <a:r>
              <a:rPr b="0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RequireAuth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)</a:t>
            </a:r>
            <a:endParaRPr b="0" i="0" sz="1600" u="none" cap="none" strike="noStrike"/>
          </a:p>
        </p:txBody>
      </p:sp>
      <p:sp>
        <p:nvSpPr>
          <p:cNvPr id="432" name="Google Shape;432;p6"/>
          <p:cNvSpPr/>
          <p:nvPr/>
        </p:nvSpPr>
        <p:spPr>
          <a:xfrm>
            <a:off x="600075" y="38748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"/>
          <p:cNvSpPr/>
          <p:nvPr/>
        </p:nvSpPr>
        <p:spPr>
          <a:xfrm>
            <a:off x="885825" y="3836775"/>
            <a:ext cx="348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6 sensor cards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con valore corrente + unità di misura</a:t>
            </a:r>
            <a:endParaRPr b="0" i="0" sz="1600" u="none" cap="none" strike="noStrike"/>
          </a:p>
        </p:txBody>
      </p:sp>
      <p:sp>
        <p:nvSpPr>
          <p:cNvPr id="434" name="Google Shape;434;p6"/>
          <p:cNvSpPr/>
          <p:nvPr/>
        </p:nvSpPr>
        <p:spPr>
          <a:xfrm>
            <a:off x="612025" y="4257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"/>
          <p:cNvSpPr/>
          <p:nvPr/>
        </p:nvSpPr>
        <p:spPr>
          <a:xfrm>
            <a:off x="897775" y="4219575"/>
            <a:ext cx="332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6 grafici time-series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(ultime 20 letture, Recharts)</a:t>
            </a:r>
            <a:endParaRPr b="0" i="0" sz="1600" u="none" cap="none" strike="noStrike"/>
          </a:p>
        </p:txBody>
      </p:sp>
      <p:sp>
        <p:nvSpPr>
          <p:cNvPr id="436" name="Google Shape;436;p6"/>
          <p:cNvSpPr/>
          <p:nvPr/>
        </p:nvSpPr>
        <p:spPr>
          <a:xfrm>
            <a:off x="612013" y="46005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"/>
          <p:cNvSpPr/>
          <p:nvPr/>
        </p:nvSpPr>
        <p:spPr>
          <a:xfrm>
            <a:off x="896572" y="4562475"/>
            <a:ext cx="478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Controllo ventola: toggle </a:t>
            </a:r>
            <a:r>
              <a:rPr b="1" i="0" lang="en-US" sz="12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Auto/Manual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+ soglia temperatura configurabile</a:t>
            </a:r>
            <a:endParaRPr b="0" i="0" sz="1600" u="none" cap="none" strike="noStrike"/>
          </a:p>
        </p:txBody>
      </p:sp>
      <p:sp>
        <p:nvSpPr>
          <p:cNvPr id="438" name="Google Shape;438;p6"/>
          <p:cNvSpPr/>
          <p:nvPr/>
        </p:nvSpPr>
        <p:spPr>
          <a:xfrm>
            <a:off x="612000" y="51339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6"/>
          <p:cNvSpPr/>
          <p:nvPr/>
        </p:nvSpPr>
        <p:spPr>
          <a:xfrm>
            <a:off x="897750" y="5095875"/>
            <a:ext cx="181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Export CSV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dei dati storici</a:t>
            </a:r>
            <a:endParaRPr b="0" i="0" sz="1600" u="none" cap="none" strike="noStrike"/>
          </a:p>
        </p:txBody>
      </p:sp>
      <p:sp>
        <p:nvSpPr>
          <p:cNvPr id="440" name="Google Shape;440;p6"/>
          <p:cNvSpPr/>
          <p:nvPr/>
        </p:nvSpPr>
        <p:spPr>
          <a:xfrm>
            <a:off x="600075" y="54387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"/>
          <p:cNvSpPr/>
          <p:nvPr/>
        </p:nvSpPr>
        <p:spPr>
          <a:xfrm>
            <a:off x="885825" y="5400675"/>
            <a:ext cx="264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Deploy: </a:t>
            </a:r>
            <a:r>
              <a:rPr b="1" i="0" lang="en-US" sz="12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Netlify</a:t>
            </a: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(CDN globale, gratuito)</a:t>
            </a:r>
            <a:endParaRPr b="0" i="0" sz="1600" u="none" cap="none" strike="noStrike"/>
          </a:p>
        </p:txBody>
      </p:sp>
      <p:sp>
        <p:nvSpPr>
          <p:cNvPr id="442" name="Google Shape;442;p6"/>
          <p:cNvSpPr/>
          <p:nvPr/>
        </p:nvSpPr>
        <p:spPr>
          <a:xfrm>
            <a:off x="5916513" y="1033462"/>
            <a:ext cx="5791200" cy="5438775"/>
          </a:xfrm>
          <a:custGeom>
            <a:rect b="b" l="l" r="r" t="t"/>
            <a:pathLst>
              <a:path extrusionOk="0" h="5438775" w="5791200">
                <a:moveTo>
                  <a:pt x="114323" y="0"/>
                </a:moveTo>
                <a:lnTo>
                  <a:pt x="5676877" y="0"/>
                </a:lnTo>
                <a:cubicBezTo>
                  <a:pt x="5740016" y="0"/>
                  <a:pt x="5791200" y="51184"/>
                  <a:pt x="5791200" y="114323"/>
                </a:cubicBezTo>
                <a:lnTo>
                  <a:pt x="5791200" y="5324452"/>
                </a:lnTo>
                <a:cubicBezTo>
                  <a:pt x="5791200" y="5387591"/>
                  <a:pt x="5740016" y="5438775"/>
                  <a:pt x="5676877" y="5438775"/>
                </a:cubicBezTo>
                <a:lnTo>
                  <a:pt x="114323" y="5438775"/>
                </a:lnTo>
                <a:cubicBezTo>
                  <a:pt x="51184" y="5438775"/>
                  <a:pt x="0" y="5387591"/>
                  <a:pt x="0" y="5324452"/>
                </a:cubicBezTo>
                <a:lnTo>
                  <a:pt x="0" y="114323"/>
                </a:lnTo>
                <a:cubicBezTo>
                  <a:pt x="0" y="51184"/>
                  <a:pt x="51184" y="0"/>
                  <a:pt x="114323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"/>
          <p:cNvSpPr/>
          <p:nvPr/>
        </p:nvSpPr>
        <p:spPr>
          <a:xfrm>
            <a:off x="6238875" y="1266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6"/>
          <p:cNvSpPr/>
          <p:nvPr/>
        </p:nvSpPr>
        <p:spPr>
          <a:xfrm>
            <a:off x="6610350" y="1228725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Dashboard Live</a:t>
            </a:r>
            <a:endParaRPr b="0" i="0" sz="1600" u="none" cap="none" strike="noStrike"/>
          </a:p>
        </p:txBody>
      </p:sp>
      <p:sp>
        <p:nvSpPr>
          <p:cNvPr id="445" name="Google Shape;445;p6"/>
          <p:cNvSpPr/>
          <p:nvPr/>
        </p:nvSpPr>
        <p:spPr>
          <a:xfrm>
            <a:off x="7081838" y="4067175"/>
            <a:ext cx="3657600" cy="685800"/>
          </a:xfrm>
          <a:custGeom>
            <a:rect b="b" l="l" r="r" t="t"/>
            <a:pathLst>
              <a:path extrusionOk="0" h="685800" w="3657600">
                <a:moveTo>
                  <a:pt x="76199" y="0"/>
                </a:moveTo>
                <a:lnTo>
                  <a:pt x="3581401" y="0"/>
                </a:lnTo>
                <a:cubicBezTo>
                  <a:pt x="3623484" y="0"/>
                  <a:pt x="3657600" y="34116"/>
                  <a:pt x="3657600" y="76199"/>
                </a:cubicBezTo>
                <a:lnTo>
                  <a:pt x="3657600" y="609601"/>
                </a:lnTo>
                <a:cubicBezTo>
                  <a:pt x="3657600" y="651684"/>
                  <a:pt x="3623484" y="685800"/>
                  <a:pt x="35814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6" title="firefox_KGlFqdi8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2063" y="1811900"/>
            <a:ext cx="4129100" cy="4416434"/>
          </a:xfrm>
          <a:prstGeom prst="rect">
            <a:avLst/>
          </a:prstGeom>
          <a:solidFill>
            <a:srgbClr val="191919"/>
          </a:solidFill>
          <a:ln cap="flat" cmpd="sng" w="25400">
            <a:solidFill>
              <a:srgbClr val="333333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"/>
          <p:cNvSpPr/>
          <p:nvPr/>
        </p:nvSpPr>
        <p:spPr>
          <a:xfrm>
            <a:off x="348592" y="348592"/>
            <a:ext cx="11651683" cy="348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Come comunicano il </a:t>
            </a:r>
            <a:r>
              <a:rPr b="1" lang="en-US" sz="2470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ESP32</a:t>
            </a:r>
            <a:r>
              <a:rPr b="1" i="0" lang="en-US" sz="247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e il server?</a:t>
            </a:r>
            <a:endParaRPr b="0" i="0" sz="1600" u="none" cap="none" strike="noStrike"/>
          </a:p>
        </p:txBody>
      </p:sp>
      <p:sp>
        <p:nvSpPr>
          <p:cNvPr id="453" name="Google Shape;453;p7"/>
          <p:cNvSpPr/>
          <p:nvPr/>
        </p:nvSpPr>
        <p:spPr>
          <a:xfrm>
            <a:off x="348592" y="766902"/>
            <a:ext cx="697184" cy="34859"/>
          </a:xfrm>
          <a:custGeom>
            <a:rect b="b" l="l" r="r" t="t"/>
            <a:pathLst>
              <a:path extrusionOk="0" h="34859" w="697184">
                <a:moveTo>
                  <a:pt x="0" y="0"/>
                </a:moveTo>
                <a:lnTo>
                  <a:pt x="697184" y="0"/>
                </a:lnTo>
                <a:lnTo>
                  <a:pt x="697184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454" name="Google Shape;454;p7"/>
          <p:cNvSpPr/>
          <p:nvPr/>
        </p:nvSpPr>
        <p:spPr>
          <a:xfrm>
            <a:off x="350563" y="871475"/>
            <a:ext cx="5638473" cy="2952922"/>
          </a:xfrm>
          <a:custGeom>
            <a:rect b="b" l="l" r="r" t="t"/>
            <a:pathLst>
              <a:path extrusionOk="0" h="2997890" w="5638473">
                <a:moveTo>
                  <a:pt x="104566" y="0"/>
                </a:moveTo>
                <a:lnTo>
                  <a:pt x="5533907" y="0"/>
                </a:lnTo>
                <a:cubicBezTo>
                  <a:pt x="5591657" y="0"/>
                  <a:pt x="5638473" y="46816"/>
                  <a:pt x="5638473" y="104566"/>
                </a:cubicBezTo>
                <a:lnTo>
                  <a:pt x="5638473" y="2893324"/>
                </a:lnTo>
                <a:cubicBezTo>
                  <a:pt x="5638473" y="2951074"/>
                  <a:pt x="5591657" y="2997890"/>
                  <a:pt x="5533907" y="2997890"/>
                </a:cubicBezTo>
                <a:lnTo>
                  <a:pt x="104566" y="2997890"/>
                </a:lnTo>
                <a:cubicBezTo>
                  <a:pt x="46816" y="2997890"/>
                  <a:pt x="0" y="2951074"/>
                  <a:pt x="0" y="2893324"/>
                </a:cubicBezTo>
                <a:lnTo>
                  <a:pt x="0" y="104566"/>
                </a:lnTo>
                <a:cubicBezTo>
                  <a:pt x="0" y="46816"/>
                  <a:pt x="46816" y="0"/>
                  <a:pt x="10456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7"/>
          <p:cNvSpPr/>
          <p:nvPr/>
        </p:nvSpPr>
        <p:spPr>
          <a:xfrm>
            <a:off x="551004" y="1082037"/>
            <a:ext cx="174296" cy="171682"/>
          </a:xfrm>
          <a:custGeom>
            <a:rect b="b" l="l" r="r" t="t"/>
            <a:pathLst>
              <a:path extrusionOk="0" h="174296" w="174296">
                <a:moveTo>
                  <a:pt x="171096" y="94841"/>
                </a:moveTo>
                <a:cubicBezTo>
                  <a:pt x="175351" y="90586"/>
                  <a:pt x="175351" y="83676"/>
                  <a:pt x="171096" y="79420"/>
                </a:cubicBezTo>
                <a:lnTo>
                  <a:pt x="116628" y="24953"/>
                </a:lnTo>
                <a:cubicBezTo>
                  <a:pt x="112373" y="20698"/>
                  <a:pt x="105463" y="20698"/>
                  <a:pt x="101207" y="24953"/>
                </a:cubicBezTo>
                <a:cubicBezTo>
                  <a:pt x="96952" y="29208"/>
                  <a:pt x="96952" y="36119"/>
                  <a:pt x="101207" y="40374"/>
                </a:cubicBezTo>
                <a:lnTo>
                  <a:pt x="137088" y="76254"/>
                </a:lnTo>
                <a:lnTo>
                  <a:pt x="10893" y="76254"/>
                </a:lnTo>
                <a:cubicBezTo>
                  <a:pt x="4868" y="76254"/>
                  <a:pt x="0" y="81122"/>
                  <a:pt x="0" y="87148"/>
                </a:cubicBezTo>
                <a:cubicBezTo>
                  <a:pt x="0" y="93173"/>
                  <a:pt x="4868" y="98041"/>
                  <a:pt x="10893" y="98041"/>
                </a:cubicBezTo>
                <a:lnTo>
                  <a:pt x="137088" y="98041"/>
                </a:lnTo>
                <a:lnTo>
                  <a:pt x="101207" y="133922"/>
                </a:lnTo>
                <a:cubicBezTo>
                  <a:pt x="96952" y="138177"/>
                  <a:pt x="96952" y="145088"/>
                  <a:pt x="101207" y="149343"/>
                </a:cubicBezTo>
                <a:cubicBezTo>
                  <a:pt x="105463" y="153598"/>
                  <a:pt x="112373" y="153598"/>
                  <a:pt x="116628" y="149343"/>
                </a:cubicBezTo>
                <a:lnTo>
                  <a:pt x="171096" y="94876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7"/>
          <p:cNvSpPr/>
          <p:nvPr/>
        </p:nvSpPr>
        <p:spPr>
          <a:xfrm>
            <a:off x="851664" y="1047660"/>
            <a:ext cx="25971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2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ESP32 → POST /api/device/data</a:t>
            </a:r>
            <a:endParaRPr b="0" i="0" sz="1600" u="none" cap="none" strike="noStrike"/>
          </a:p>
        </p:txBody>
      </p:sp>
      <p:sp>
        <p:nvSpPr>
          <p:cNvPr id="457" name="Google Shape;457;p7"/>
          <p:cNvSpPr/>
          <p:nvPr/>
        </p:nvSpPr>
        <p:spPr>
          <a:xfrm>
            <a:off x="529217" y="1425813"/>
            <a:ext cx="5342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Ogni 10 secondi</a:t>
            </a:r>
            <a:endParaRPr b="0" i="0" sz="1600" u="none" cap="none" strike="noStrike"/>
          </a:p>
        </p:txBody>
      </p:sp>
      <p:sp>
        <p:nvSpPr>
          <p:cNvPr id="458" name="Google Shape;458;p7"/>
          <p:cNvSpPr/>
          <p:nvPr/>
        </p:nvSpPr>
        <p:spPr>
          <a:xfrm>
            <a:off x="546646" y="1700834"/>
            <a:ext cx="5263737" cy="1948585"/>
          </a:xfrm>
          <a:custGeom>
            <a:rect b="b" l="l" r="r" t="t"/>
            <a:pathLst>
              <a:path extrusionOk="0" h="1978259" w="5263737">
                <a:moveTo>
                  <a:pt x="34859" y="0"/>
                </a:moveTo>
                <a:lnTo>
                  <a:pt x="5194023" y="0"/>
                </a:lnTo>
                <a:cubicBezTo>
                  <a:pt x="5232525" y="0"/>
                  <a:pt x="5263737" y="31212"/>
                  <a:pt x="5263737" y="69714"/>
                </a:cubicBezTo>
                <a:lnTo>
                  <a:pt x="5263737" y="1908545"/>
                </a:lnTo>
                <a:cubicBezTo>
                  <a:pt x="5263737" y="1947047"/>
                  <a:pt x="5232525" y="1978259"/>
                  <a:pt x="5194023" y="1978259"/>
                </a:cubicBezTo>
                <a:lnTo>
                  <a:pt x="34859" y="1978259"/>
                </a:lnTo>
                <a:cubicBezTo>
                  <a:pt x="15607" y="1978259"/>
                  <a:pt x="0" y="1962652"/>
                  <a:pt x="0" y="1943400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7"/>
          <p:cNvSpPr/>
          <p:nvPr/>
        </p:nvSpPr>
        <p:spPr>
          <a:xfrm>
            <a:off x="546646" y="1700834"/>
            <a:ext cx="34859" cy="1948585"/>
          </a:xfrm>
          <a:custGeom>
            <a:rect b="b" l="l" r="r" t="t"/>
            <a:pathLst>
              <a:path extrusionOk="0" h="1978259" w="34859">
                <a:moveTo>
                  <a:pt x="34859" y="0"/>
                </a:moveTo>
                <a:lnTo>
                  <a:pt x="34859" y="0"/>
                </a:lnTo>
                <a:lnTo>
                  <a:pt x="34859" y="1978259"/>
                </a:lnTo>
                <a:lnTo>
                  <a:pt x="34859" y="1978259"/>
                </a:lnTo>
                <a:cubicBezTo>
                  <a:pt x="15607" y="1978259"/>
                  <a:pt x="0" y="1962652"/>
                  <a:pt x="0" y="1943400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7"/>
          <p:cNvSpPr/>
          <p:nvPr/>
        </p:nvSpPr>
        <p:spPr>
          <a:xfrm>
            <a:off x="703512" y="1838344"/>
            <a:ext cx="50241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"device_name": "esp32_living_room",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"temperature": 22.5,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"humidity": 58.3,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"air_pressure": 1013.2,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"gas_kohm": 45.7,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"light_lux": 320.0,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"noise_db": 48.2,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"fan_state": false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461" name="Google Shape;461;p7"/>
          <p:cNvSpPr/>
          <p:nvPr/>
        </p:nvSpPr>
        <p:spPr>
          <a:xfrm>
            <a:off x="6202961" y="871475"/>
            <a:ext cx="5638473" cy="2952922"/>
          </a:xfrm>
          <a:custGeom>
            <a:rect b="b" l="l" r="r" t="t"/>
            <a:pathLst>
              <a:path extrusionOk="0" h="2997890" w="5638473">
                <a:moveTo>
                  <a:pt x="104566" y="0"/>
                </a:moveTo>
                <a:lnTo>
                  <a:pt x="5533907" y="0"/>
                </a:lnTo>
                <a:cubicBezTo>
                  <a:pt x="5591657" y="0"/>
                  <a:pt x="5638473" y="46816"/>
                  <a:pt x="5638473" y="104566"/>
                </a:cubicBezTo>
                <a:lnTo>
                  <a:pt x="5638473" y="2893324"/>
                </a:lnTo>
                <a:cubicBezTo>
                  <a:pt x="5638473" y="2951074"/>
                  <a:pt x="5591657" y="2997890"/>
                  <a:pt x="5533907" y="2997890"/>
                </a:cubicBezTo>
                <a:lnTo>
                  <a:pt x="104566" y="2997890"/>
                </a:lnTo>
                <a:cubicBezTo>
                  <a:pt x="46816" y="2997890"/>
                  <a:pt x="0" y="2951074"/>
                  <a:pt x="0" y="2893324"/>
                </a:cubicBezTo>
                <a:lnTo>
                  <a:pt x="0" y="104566"/>
                </a:lnTo>
                <a:cubicBezTo>
                  <a:pt x="0" y="46816"/>
                  <a:pt x="46816" y="0"/>
                  <a:pt x="10456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7"/>
          <p:cNvSpPr/>
          <p:nvPr/>
        </p:nvSpPr>
        <p:spPr>
          <a:xfrm>
            <a:off x="6403402" y="1082037"/>
            <a:ext cx="174296" cy="171682"/>
          </a:xfrm>
          <a:custGeom>
            <a:rect b="b" l="l" r="r" t="t"/>
            <a:pathLst>
              <a:path extrusionOk="0" h="174296" w="174296">
                <a:moveTo>
                  <a:pt x="3200" y="79454"/>
                </a:moveTo>
                <a:cubicBezTo>
                  <a:pt x="-1055" y="83710"/>
                  <a:pt x="-1055" y="90620"/>
                  <a:pt x="3200" y="94876"/>
                </a:cubicBezTo>
                <a:lnTo>
                  <a:pt x="57667" y="149343"/>
                </a:lnTo>
                <a:cubicBezTo>
                  <a:pt x="61923" y="153598"/>
                  <a:pt x="68833" y="153598"/>
                  <a:pt x="73089" y="149343"/>
                </a:cubicBezTo>
                <a:cubicBezTo>
                  <a:pt x="77344" y="145088"/>
                  <a:pt x="77344" y="138177"/>
                  <a:pt x="73089" y="133922"/>
                </a:cubicBezTo>
                <a:lnTo>
                  <a:pt x="37208" y="98041"/>
                </a:lnTo>
                <a:lnTo>
                  <a:pt x="163402" y="98041"/>
                </a:lnTo>
                <a:cubicBezTo>
                  <a:pt x="169428" y="98041"/>
                  <a:pt x="174296" y="93173"/>
                  <a:pt x="174296" y="87148"/>
                </a:cubicBezTo>
                <a:cubicBezTo>
                  <a:pt x="174296" y="81122"/>
                  <a:pt x="169428" y="76254"/>
                  <a:pt x="163402" y="76254"/>
                </a:cubicBezTo>
                <a:lnTo>
                  <a:pt x="37208" y="76254"/>
                </a:lnTo>
                <a:lnTo>
                  <a:pt x="73089" y="40374"/>
                </a:lnTo>
                <a:cubicBezTo>
                  <a:pt x="77344" y="36119"/>
                  <a:pt x="77344" y="29208"/>
                  <a:pt x="73089" y="24953"/>
                </a:cubicBezTo>
                <a:cubicBezTo>
                  <a:pt x="68833" y="20698"/>
                  <a:pt x="61923" y="20698"/>
                  <a:pt x="57667" y="24953"/>
                </a:cubicBezTo>
                <a:lnTo>
                  <a:pt x="3200" y="79420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"/>
          <p:cNvSpPr/>
          <p:nvPr/>
        </p:nvSpPr>
        <p:spPr>
          <a:xfrm>
            <a:off x="6704062" y="1047660"/>
            <a:ext cx="25098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2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Backend → Risposta immediata</a:t>
            </a:r>
            <a:endParaRPr b="0" i="0" sz="1600" u="none" cap="none" strike="noStrike"/>
          </a:p>
        </p:txBody>
      </p:sp>
      <p:sp>
        <p:nvSpPr>
          <p:cNvPr id="464" name="Google Shape;464;p7"/>
          <p:cNvSpPr/>
          <p:nvPr/>
        </p:nvSpPr>
        <p:spPr>
          <a:xfrm>
            <a:off x="6381615" y="1425813"/>
            <a:ext cx="5342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Risposta JSON</a:t>
            </a:r>
            <a:endParaRPr b="0" i="0" sz="1600" u="none" cap="none" strike="noStrike"/>
          </a:p>
        </p:txBody>
      </p:sp>
      <p:sp>
        <p:nvSpPr>
          <p:cNvPr id="465" name="Google Shape;465;p7"/>
          <p:cNvSpPr/>
          <p:nvPr/>
        </p:nvSpPr>
        <p:spPr>
          <a:xfrm>
            <a:off x="6399044" y="1700834"/>
            <a:ext cx="5263737" cy="944249"/>
          </a:xfrm>
          <a:custGeom>
            <a:rect b="b" l="l" r="r" t="t"/>
            <a:pathLst>
              <a:path extrusionOk="0" h="958628" w="5263737">
                <a:moveTo>
                  <a:pt x="34859" y="0"/>
                </a:moveTo>
                <a:lnTo>
                  <a:pt x="5194016" y="0"/>
                </a:lnTo>
                <a:cubicBezTo>
                  <a:pt x="5232522" y="0"/>
                  <a:pt x="5263737" y="31215"/>
                  <a:pt x="5263737" y="69721"/>
                </a:cubicBezTo>
                <a:lnTo>
                  <a:pt x="5263737" y="888907"/>
                </a:lnTo>
                <a:cubicBezTo>
                  <a:pt x="5263737" y="927412"/>
                  <a:pt x="5232522" y="958628"/>
                  <a:pt x="5194016" y="958628"/>
                </a:cubicBezTo>
                <a:lnTo>
                  <a:pt x="34859" y="958628"/>
                </a:lnTo>
                <a:cubicBezTo>
                  <a:pt x="15607" y="958628"/>
                  <a:pt x="0" y="943021"/>
                  <a:pt x="0" y="923768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"/>
          <p:cNvSpPr/>
          <p:nvPr/>
        </p:nvSpPr>
        <p:spPr>
          <a:xfrm>
            <a:off x="6399044" y="1700834"/>
            <a:ext cx="34859" cy="944249"/>
          </a:xfrm>
          <a:custGeom>
            <a:rect b="b" l="l" r="r" t="t"/>
            <a:pathLst>
              <a:path extrusionOk="0" h="958628" w="34859">
                <a:moveTo>
                  <a:pt x="34859" y="0"/>
                </a:moveTo>
                <a:lnTo>
                  <a:pt x="34859" y="0"/>
                </a:lnTo>
                <a:lnTo>
                  <a:pt x="34859" y="958628"/>
                </a:lnTo>
                <a:lnTo>
                  <a:pt x="34859" y="958628"/>
                </a:lnTo>
                <a:cubicBezTo>
                  <a:pt x="15607" y="958628"/>
                  <a:pt x="0" y="943021"/>
                  <a:pt x="0" y="923768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7"/>
          <p:cNvSpPr/>
          <p:nvPr/>
        </p:nvSpPr>
        <p:spPr>
          <a:xfrm>
            <a:off x="6555911" y="1838344"/>
            <a:ext cx="5024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"fan_desired_state": true,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"message": "Telemetry stored"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468" name="Google Shape;468;p7"/>
          <p:cNvSpPr/>
          <p:nvPr/>
        </p:nvSpPr>
        <p:spPr>
          <a:xfrm>
            <a:off x="350563" y="4008430"/>
            <a:ext cx="11486102" cy="1570886"/>
          </a:xfrm>
          <a:custGeom>
            <a:rect b="b" l="l" r="r" t="t"/>
            <a:pathLst>
              <a:path extrusionOk="0" h="1594808" w="11486102">
                <a:moveTo>
                  <a:pt x="104572" y="0"/>
                </a:moveTo>
                <a:lnTo>
                  <a:pt x="11381530" y="0"/>
                </a:lnTo>
                <a:cubicBezTo>
                  <a:pt x="11439283" y="0"/>
                  <a:pt x="11486102" y="46818"/>
                  <a:pt x="11486102" y="104572"/>
                </a:cubicBezTo>
                <a:lnTo>
                  <a:pt x="11486102" y="1490236"/>
                </a:lnTo>
                <a:cubicBezTo>
                  <a:pt x="11486102" y="1547989"/>
                  <a:pt x="11439283" y="1594808"/>
                  <a:pt x="11381530" y="1594808"/>
                </a:cubicBezTo>
                <a:lnTo>
                  <a:pt x="104572" y="1594808"/>
                </a:lnTo>
                <a:cubicBezTo>
                  <a:pt x="46818" y="1594808"/>
                  <a:pt x="0" y="1547989"/>
                  <a:pt x="0" y="1490236"/>
                </a:cubicBezTo>
                <a:lnTo>
                  <a:pt x="0" y="104572"/>
                </a:lnTo>
                <a:cubicBezTo>
                  <a:pt x="0" y="46818"/>
                  <a:pt x="46818" y="0"/>
                  <a:pt x="10457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7"/>
          <p:cNvSpPr/>
          <p:nvPr/>
        </p:nvSpPr>
        <p:spPr>
          <a:xfrm>
            <a:off x="551004" y="4218993"/>
            <a:ext cx="174296" cy="171682"/>
          </a:xfrm>
          <a:custGeom>
            <a:rect b="b" l="l" r="r" t="t"/>
            <a:pathLst>
              <a:path extrusionOk="0" h="174296" w="174296">
                <a:moveTo>
                  <a:pt x="171096" y="51268"/>
                </a:moveTo>
                <a:lnTo>
                  <a:pt x="138415" y="83948"/>
                </a:lnTo>
                <a:cubicBezTo>
                  <a:pt x="135284" y="87080"/>
                  <a:pt x="130620" y="87999"/>
                  <a:pt x="126535" y="86297"/>
                </a:cubicBezTo>
                <a:cubicBezTo>
                  <a:pt x="122450" y="84595"/>
                  <a:pt x="119828" y="80646"/>
                  <a:pt x="119828" y="76254"/>
                </a:cubicBezTo>
                <a:lnTo>
                  <a:pt x="119828" y="54467"/>
                </a:lnTo>
                <a:lnTo>
                  <a:pt x="10893" y="54467"/>
                </a:lnTo>
                <a:cubicBezTo>
                  <a:pt x="4868" y="54467"/>
                  <a:pt x="0" y="49599"/>
                  <a:pt x="0" y="43574"/>
                </a:cubicBezTo>
                <a:cubicBezTo>
                  <a:pt x="0" y="37549"/>
                  <a:pt x="4868" y="32680"/>
                  <a:pt x="10893" y="32680"/>
                </a:cubicBezTo>
                <a:lnTo>
                  <a:pt x="119828" y="32680"/>
                </a:lnTo>
                <a:lnTo>
                  <a:pt x="119828" y="10893"/>
                </a:lnTo>
                <a:cubicBezTo>
                  <a:pt x="119828" y="6502"/>
                  <a:pt x="122484" y="2519"/>
                  <a:pt x="126569" y="817"/>
                </a:cubicBezTo>
                <a:cubicBezTo>
                  <a:pt x="130654" y="-885"/>
                  <a:pt x="135318" y="68"/>
                  <a:pt x="138450" y="3166"/>
                </a:cubicBezTo>
                <a:lnTo>
                  <a:pt x="171130" y="35846"/>
                </a:lnTo>
                <a:cubicBezTo>
                  <a:pt x="175385" y="40102"/>
                  <a:pt x="175385" y="47012"/>
                  <a:pt x="171130" y="51268"/>
                </a:cubicBezTo>
                <a:close/>
                <a:moveTo>
                  <a:pt x="35846" y="171096"/>
                </a:moveTo>
                <a:lnTo>
                  <a:pt x="3166" y="138415"/>
                </a:lnTo>
                <a:cubicBezTo>
                  <a:pt x="-1089" y="134160"/>
                  <a:pt x="-1089" y="127250"/>
                  <a:pt x="3166" y="122994"/>
                </a:cubicBezTo>
                <a:lnTo>
                  <a:pt x="35846" y="90314"/>
                </a:lnTo>
                <a:cubicBezTo>
                  <a:pt x="38978" y="87182"/>
                  <a:pt x="43642" y="86263"/>
                  <a:pt x="47727" y="87965"/>
                </a:cubicBezTo>
                <a:cubicBezTo>
                  <a:pt x="51812" y="89667"/>
                  <a:pt x="54467" y="93650"/>
                  <a:pt x="54467" y="98041"/>
                </a:cubicBezTo>
                <a:lnTo>
                  <a:pt x="54467" y="119828"/>
                </a:lnTo>
                <a:lnTo>
                  <a:pt x="163402" y="119828"/>
                </a:lnTo>
                <a:cubicBezTo>
                  <a:pt x="169428" y="119828"/>
                  <a:pt x="174296" y="124696"/>
                  <a:pt x="174296" y="130722"/>
                </a:cubicBezTo>
                <a:cubicBezTo>
                  <a:pt x="174296" y="136747"/>
                  <a:pt x="169428" y="141615"/>
                  <a:pt x="163402" y="141615"/>
                </a:cubicBezTo>
                <a:lnTo>
                  <a:pt x="54467" y="141615"/>
                </a:lnTo>
                <a:lnTo>
                  <a:pt x="54467" y="163402"/>
                </a:lnTo>
                <a:cubicBezTo>
                  <a:pt x="54467" y="167794"/>
                  <a:pt x="51812" y="171777"/>
                  <a:pt x="47727" y="173479"/>
                </a:cubicBezTo>
                <a:cubicBezTo>
                  <a:pt x="43642" y="175181"/>
                  <a:pt x="38978" y="174228"/>
                  <a:pt x="35846" y="17113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7"/>
          <p:cNvSpPr/>
          <p:nvPr/>
        </p:nvSpPr>
        <p:spPr>
          <a:xfrm>
            <a:off x="851664" y="4184616"/>
            <a:ext cx="2109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2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Schema di Comunicazione</a:t>
            </a:r>
            <a:endParaRPr b="0" i="0" sz="1600" u="none" cap="none" strike="noStrike"/>
          </a:p>
        </p:txBody>
      </p:sp>
      <p:sp>
        <p:nvSpPr>
          <p:cNvPr id="471" name="Google Shape;471;p7"/>
          <p:cNvSpPr/>
          <p:nvPr/>
        </p:nvSpPr>
        <p:spPr>
          <a:xfrm>
            <a:off x="2310168" y="4571363"/>
            <a:ext cx="714613" cy="824071"/>
          </a:xfrm>
          <a:custGeom>
            <a:rect b="b" l="l" r="r" t="t"/>
            <a:pathLst>
              <a:path extrusionOk="0" h="836620" w="714613">
                <a:moveTo>
                  <a:pt x="69718" y="0"/>
                </a:moveTo>
                <a:lnTo>
                  <a:pt x="644896" y="0"/>
                </a:lnTo>
                <a:cubicBezTo>
                  <a:pt x="683400" y="0"/>
                  <a:pt x="714613" y="31214"/>
                  <a:pt x="714613" y="69718"/>
                </a:cubicBezTo>
                <a:lnTo>
                  <a:pt x="714613" y="766903"/>
                </a:lnTo>
                <a:cubicBezTo>
                  <a:pt x="714613" y="805407"/>
                  <a:pt x="683400" y="836620"/>
                  <a:pt x="644896" y="836620"/>
                </a:cubicBezTo>
                <a:lnTo>
                  <a:pt x="69718" y="836620"/>
                </a:lnTo>
                <a:cubicBezTo>
                  <a:pt x="31214" y="836620"/>
                  <a:pt x="0" y="805407"/>
                  <a:pt x="0" y="766903"/>
                </a:cubicBezTo>
                <a:lnTo>
                  <a:pt x="0" y="69718"/>
                </a:lnTo>
                <a:cubicBezTo>
                  <a:pt x="0" y="31214"/>
                  <a:pt x="31214" y="0"/>
                  <a:pt x="69718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7"/>
          <p:cNvSpPr/>
          <p:nvPr/>
        </p:nvSpPr>
        <p:spPr>
          <a:xfrm>
            <a:off x="2537978" y="4717468"/>
            <a:ext cx="261444" cy="257522"/>
          </a:xfrm>
          <a:custGeom>
            <a:rect b="b" l="l" r="r" t="t"/>
            <a:pathLst>
              <a:path extrusionOk="0" h="261444" w="261444">
                <a:moveTo>
                  <a:pt x="89871" y="12255"/>
                </a:moveTo>
                <a:cubicBezTo>
                  <a:pt x="89871" y="5464"/>
                  <a:pt x="84408" y="0"/>
                  <a:pt x="77616" y="0"/>
                </a:cubicBezTo>
                <a:cubicBezTo>
                  <a:pt x="70825" y="0"/>
                  <a:pt x="65361" y="5464"/>
                  <a:pt x="65361" y="12255"/>
                </a:cubicBezTo>
                <a:lnTo>
                  <a:pt x="65361" y="32680"/>
                </a:lnTo>
                <a:cubicBezTo>
                  <a:pt x="47336" y="32680"/>
                  <a:pt x="32680" y="47336"/>
                  <a:pt x="32680" y="65361"/>
                </a:cubicBezTo>
                <a:lnTo>
                  <a:pt x="12255" y="65361"/>
                </a:lnTo>
                <a:cubicBezTo>
                  <a:pt x="5464" y="65361"/>
                  <a:pt x="0" y="70825"/>
                  <a:pt x="0" y="77616"/>
                </a:cubicBezTo>
                <a:cubicBezTo>
                  <a:pt x="0" y="84408"/>
                  <a:pt x="5464" y="89871"/>
                  <a:pt x="12255" y="89871"/>
                </a:cubicBezTo>
                <a:lnTo>
                  <a:pt x="32680" y="89871"/>
                </a:lnTo>
                <a:lnTo>
                  <a:pt x="32680" y="118467"/>
                </a:lnTo>
                <a:lnTo>
                  <a:pt x="12255" y="118467"/>
                </a:lnTo>
                <a:cubicBezTo>
                  <a:pt x="5464" y="118467"/>
                  <a:pt x="0" y="123931"/>
                  <a:pt x="0" y="130722"/>
                </a:cubicBezTo>
                <a:cubicBezTo>
                  <a:pt x="0" y="137513"/>
                  <a:pt x="5464" y="142977"/>
                  <a:pt x="12255" y="142977"/>
                </a:cubicBezTo>
                <a:lnTo>
                  <a:pt x="32680" y="142977"/>
                </a:lnTo>
                <a:lnTo>
                  <a:pt x="32680" y="171573"/>
                </a:lnTo>
                <a:lnTo>
                  <a:pt x="12255" y="171573"/>
                </a:lnTo>
                <a:cubicBezTo>
                  <a:pt x="5464" y="171573"/>
                  <a:pt x="0" y="177036"/>
                  <a:pt x="0" y="183828"/>
                </a:cubicBezTo>
                <a:cubicBezTo>
                  <a:pt x="0" y="190619"/>
                  <a:pt x="5464" y="196083"/>
                  <a:pt x="12255" y="196083"/>
                </a:cubicBezTo>
                <a:lnTo>
                  <a:pt x="32680" y="196083"/>
                </a:lnTo>
                <a:cubicBezTo>
                  <a:pt x="32680" y="214108"/>
                  <a:pt x="47336" y="228763"/>
                  <a:pt x="65361" y="228763"/>
                </a:cubicBezTo>
                <a:lnTo>
                  <a:pt x="65361" y="249189"/>
                </a:lnTo>
                <a:cubicBezTo>
                  <a:pt x="65361" y="255980"/>
                  <a:pt x="70825" y="261444"/>
                  <a:pt x="77616" y="261444"/>
                </a:cubicBezTo>
                <a:cubicBezTo>
                  <a:pt x="84408" y="261444"/>
                  <a:pt x="89871" y="255980"/>
                  <a:pt x="89871" y="249189"/>
                </a:cubicBezTo>
                <a:lnTo>
                  <a:pt x="89871" y="228763"/>
                </a:lnTo>
                <a:lnTo>
                  <a:pt x="118467" y="228763"/>
                </a:lnTo>
                <a:lnTo>
                  <a:pt x="118467" y="249189"/>
                </a:lnTo>
                <a:cubicBezTo>
                  <a:pt x="118467" y="255980"/>
                  <a:pt x="123931" y="261444"/>
                  <a:pt x="130722" y="261444"/>
                </a:cubicBezTo>
                <a:cubicBezTo>
                  <a:pt x="137513" y="261444"/>
                  <a:pt x="142977" y="255980"/>
                  <a:pt x="142977" y="249189"/>
                </a:cubicBezTo>
                <a:lnTo>
                  <a:pt x="142977" y="228763"/>
                </a:lnTo>
                <a:lnTo>
                  <a:pt x="171573" y="228763"/>
                </a:lnTo>
                <a:lnTo>
                  <a:pt x="171573" y="249189"/>
                </a:lnTo>
                <a:cubicBezTo>
                  <a:pt x="171573" y="255980"/>
                  <a:pt x="177036" y="261444"/>
                  <a:pt x="183828" y="261444"/>
                </a:cubicBezTo>
                <a:cubicBezTo>
                  <a:pt x="190619" y="261444"/>
                  <a:pt x="196083" y="255980"/>
                  <a:pt x="196083" y="249189"/>
                </a:cubicBezTo>
                <a:lnTo>
                  <a:pt x="196083" y="228763"/>
                </a:lnTo>
                <a:cubicBezTo>
                  <a:pt x="214108" y="228763"/>
                  <a:pt x="228763" y="214108"/>
                  <a:pt x="228763" y="196083"/>
                </a:cubicBezTo>
                <a:lnTo>
                  <a:pt x="249189" y="196083"/>
                </a:lnTo>
                <a:cubicBezTo>
                  <a:pt x="255980" y="196083"/>
                  <a:pt x="261444" y="190619"/>
                  <a:pt x="261444" y="183828"/>
                </a:cubicBezTo>
                <a:cubicBezTo>
                  <a:pt x="261444" y="177036"/>
                  <a:pt x="255980" y="171573"/>
                  <a:pt x="249189" y="171573"/>
                </a:cubicBezTo>
                <a:lnTo>
                  <a:pt x="228763" y="171573"/>
                </a:lnTo>
                <a:lnTo>
                  <a:pt x="228763" y="142977"/>
                </a:lnTo>
                <a:lnTo>
                  <a:pt x="249189" y="142977"/>
                </a:lnTo>
                <a:cubicBezTo>
                  <a:pt x="255980" y="142977"/>
                  <a:pt x="261444" y="137513"/>
                  <a:pt x="261444" y="130722"/>
                </a:cubicBezTo>
                <a:cubicBezTo>
                  <a:pt x="261444" y="123931"/>
                  <a:pt x="255980" y="118467"/>
                  <a:pt x="249189" y="118467"/>
                </a:cubicBezTo>
                <a:lnTo>
                  <a:pt x="228763" y="118467"/>
                </a:lnTo>
                <a:lnTo>
                  <a:pt x="228763" y="89871"/>
                </a:lnTo>
                <a:lnTo>
                  <a:pt x="249189" y="89871"/>
                </a:lnTo>
                <a:cubicBezTo>
                  <a:pt x="255980" y="89871"/>
                  <a:pt x="261444" y="84408"/>
                  <a:pt x="261444" y="77616"/>
                </a:cubicBezTo>
                <a:cubicBezTo>
                  <a:pt x="261444" y="70825"/>
                  <a:pt x="255980" y="65361"/>
                  <a:pt x="249189" y="65361"/>
                </a:cubicBezTo>
                <a:lnTo>
                  <a:pt x="228763" y="65361"/>
                </a:lnTo>
                <a:cubicBezTo>
                  <a:pt x="228763" y="47336"/>
                  <a:pt x="214108" y="32680"/>
                  <a:pt x="196083" y="32680"/>
                </a:cubicBezTo>
                <a:lnTo>
                  <a:pt x="196083" y="12255"/>
                </a:lnTo>
                <a:cubicBezTo>
                  <a:pt x="196083" y="5464"/>
                  <a:pt x="190619" y="0"/>
                  <a:pt x="183828" y="0"/>
                </a:cubicBezTo>
                <a:cubicBezTo>
                  <a:pt x="177036" y="0"/>
                  <a:pt x="171573" y="5464"/>
                  <a:pt x="171573" y="12255"/>
                </a:cubicBezTo>
                <a:lnTo>
                  <a:pt x="171573" y="32680"/>
                </a:lnTo>
                <a:lnTo>
                  <a:pt x="142977" y="32680"/>
                </a:lnTo>
                <a:lnTo>
                  <a:pt x="142977" y="12255"/>
                </a:lnTo>
                <a:cubicBezTo>
                  <a:pt x="142977" y="5464"/>
                  <a:pt x="137513" y="0"/>
                  <a:pt x="130722" y="0"/>
                </a:cubicBezTo>
                <a:cubicBezTo>
                  <a:pt x="123931" y="0"/>
                  <a:pt x="118467" y="5464"/>
                  <a:pt x="118467" y="12255"/>
                </a:cubicBezTo>
                <a:lnTo>
                  <a:pt x="118467" y="32680"/>
                </a:lnTo>
                <a:lnTo>
                  <a:pt x="89871" y="32680"/>
                </a:lnTo>
                <a:lnTo>
                  <a:pt x="89871" y="12255"/>
                </a:lnTo>
                <a:close/>
                <a:moveTo>
                  <a:pt x="81701" y="65361"/>
                </a:moveTo>
                <a:lnTo>
                  <a:pt x="179743" y="65361"/>
                </a:lnTo>
                <a:cubicBezTo>
                  <a:pt x="188781" y="65361"/>
                  <a:pt x="196083" y="72663"/>
                  <a:pt x="196083" y="81701"/>
                </a:cubicBezTo>
                <a:lnTo>
                  <a:pt x="196083" y="179743"/>
                </a:lnTo>
                <a:cubicBezTo>
                  <a:pt x="196083" y="188781"/>
                  <a:pt x="188781" y="196083"/>
                  <a:pt x="179743" y="196083"/>
                </a:cubicBezTo>
                <a:lnTo>
                  <a:pt x="81701" y="196083"/>
                </a:lnTo>
                <a:cubicBezTo>
                  <a:pt x="72663" y="196083"/>
                  <a:pt x="65361" y="188781"/>
                  <a:pt x="65361" y="179743"/>
                </a:cubicBezTo>
                <a:lnTo>
                  <a:pt x="65361" y="81701"/>
                </a:lnTo>
                <a:cubicBezTo>
                  <a:pt x="65361" y="72663"/>
                  <a:pt x="72663" y="65361"/>
                  <a:pt x="81701" y="65361"/>
                </a:cubicBezTo>
                <a:close/>
                <a:moveTo>
                  <a:pt x="89871" y="89871"/>
                </a:moveTo>
                <a:lnTo>
                  <a:pt x="89871" y="171573"/>
                </a:lnTo>
                <a:lnTo>
                  <a:pt x="171573" y="171573"/>
                </a:lnTo>
                <a:lnTo>
                  <a:pt x="171573" y="89871"/>
                </a:lnTo>
                <a:lnTo>
                  <a:pt x="89871" y="89871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2423460" y="5044055"/>
            <a:ext cx="488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ESP32</a:t>
            </a:r>
            <a:endParaRPr b="0" i="0" sz="1600" u="none" cap="none" strike="noStrike"/>
          </a:p>
        </p:txBody>
      </p:sp>
      <p:sp>
        <p:nvSpPr>
          <p:cNvPr id="474" name="Google Shape;474;p7"/>
          <p:cNvSpPr/>
          <p:nvPr/>
        </p:nvSpPr>
        <p:spPr>
          <a:xfrm>
            <a:off x="3197307" y="4880761"/>
            <a:ext cx="209155" cy="206018"/>
          </a:xfrm>
          <a:custGeom>
            <a:rect b="b" l="l" r="r" t="t"/>
            <a:pathLst>
              <a:path extrusionOk="0" h="209155" w="209155">
                <a:moveTo>
                  <a:pt x="205315" y="113810"/>
                </a:moveTo>
                <a:cubicBezTo>
                  <a:pt x="210421" y="108703"/>
                  <a:pt x="210421" y="100411"/>
                  <a:pt x="205315" y="95304"/>
                </a:cubicBezTo>
                <a:lnTo>
                  <a:pt x="139954" y="29943"/>
                </a:lnTo>
                <a:cubicBezTo>
                  <a:pt x="134848" y="24837"/>
                  <a:pt x="126555" y="24837"/>
                  <a:pt x="121449" y="29943"/>
                </a:cubicBezTo>
                <a:cubicBezTo>
                  <a:pt x="116343" y="35050"/>
                  <a:pt x="116343" y="43342"/>
                  <a:pt x="121449" y="48449"/>
                </a:cubicBezTo>
                <a:lnTo>
                  <a:pt x="164505" y="91505"/>
                </a:lnTo>
                <a:lnTo>
                  <a:pt x="13072" y="91505"/>
                </a:lnTo>
                <a:cubicBezTo>
                  <a:pt x="5842" y="91505"/>
                  <a:pt x="0" y="97347"/>
                  <a:pt x="0" y="104578"/>
                </a:cubicBezTo>
                <a:cubicBezTo>
                  <a:pt x="0" y="111808"/>
                  <a:pt x="5842" y="117650"/>
                  <a:pt x="13072" y="117650"/>
                </a:cubicBezTo>
                <a:lnTo>
                  <a:pt x="164505" y="117650"/>
                </a:lnTo>
                <a:lnTo>
                  <a:pt x="121449" y="160706"/>
                </a:lnTo>
                <a:cubicBezTo>
                  <a:pt x="116343" y="165813"/>
                  <a:pt x="116343" y="174105"/>
                  <a:pt x="121449" y="179212"/>
                </a:cubicBezTo>
                <a:cubicBezTo>
                  <a:pt x="126555" y="184318"/>
                  <a:pt x="134848" y="184318"/>
                  <a:pt x="139954" y="179212"/>
                </a:cubicBezTo>
                <a:lnTo>
                  <a:pt x="205315" y="11385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"/>
          <p:cNvSpPr/>
          <p:nvPr/>
        </p:nvSpPr>
        <p:spPr>
          <a:xfrm>
            <a:off x="3580759" y="4734657"/>
            <a:ext cx="653610" cy="497876"/>
          </a:xfrm>
          <a:custGeom>
            <a:rect b="b" l="l" r="r" t="t"/>
            <a:pathLst>
              <a:path extrusionOk="0" h="505458" w="653610">
                <a:moveTo>
                  <a:pt x="69718" y="0"/>
                </a:moveTo>
                <a:lnTo>
                  <a:pt x="583892" y="0"/>
                </a:lnTo>
                <a:cubicBezTo>
                  <a:pt x="622370" y="0"/>
                  <a:pt x="653610" y="31240"/>
                  <a:pt x="653610" y="69718"/>
                </a:cubicBezTo>
                <a:lnTo>
                  <a:pt x="653610" y="435740"/>
                </a:lnTo>
                <a:cubicBezTo>
                  <a:pt x="653610" y="474219"/>
                  <a:pt x="622370" y="505458"/>
                  <a:pt x="583892" y="505458"/>
                </a:cubicBezTo>
                <a:lnTo>
                  <a:pt x="69718" y="505458"/>
                </a:lnTo>
                <a:cubicBezTo>
                  <a:pt x="31240" y="505458"/>
                  <a:pt x="0" y="474219"/>
                  <a:pt x="0" y="435740"/>
                </a:cubicBezTo>
                <a:lnTo>
                  <a:pt x="0" y="69718"/>
                </a:lnTo>
                <a:cubicBezTo>
                  <a:pt x="0" y="31214"/>
                  <a:pt x="31214" y="0"/>
                  <a:pt x="69718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7"/>
          <p:cNvSpPr/>
          <p:nvPr/>
        </p:nvSpPr>
        <p:spPr>
          <a:xfrm>
            <a:off x="3694051" y="4880761"/>
            <a:ext cx="4269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POST</a:t>
            </a:r>
            <a:endParaRPr b="0" i="0" sz="1600" u="none" cap="none" strike="noStrike"/>
          </a:p>
        </p:txBody>
      </p:sp>
      <p:sp>
        <p:nvSpPr>
          <p:cNvPr id="477" name="Google Shape;477;p7"/>
          <p:cNvSpPr/>
          <p:nvPr/>
        </p:nvSpPr>
        <p:spPr>
          <a:xfrm>
            <a:off x="4407848" y="4880761"/>
            <a:ext cx="209155" cy="206018"/>
          </a:xfrm>
          <a:custGeom>
            <a:rect b="b" l="l" r="r" t="t"/>
            <a:pathLst>
              <a:path extrusionOk="0" h="209155" w="209155">
                <a:moveTo>
                  <a:pt x="205315" y="113810"/>
                </a:moveTo>
                <a:cubicBezTo>
                  <a:pt x="210421" y="108703"/>
                  <a:pt x="210421" y="100411"/>
                  <a:pt x="205315" y="95304"/>
                </a:cubicBezTo>
                <a:lnTo>
                  <a:pt x="139954" y="29943"/>
                </a:lnTo>
                <a:cubicBezTo>
                  <a:pt x="134848" y="24837"/>
                  <a:pt x="126555" y="24837"/>
                  <a:pt x="121449" y="29943"/>
                </a:cubicBezTo>
                <a:cubicBezTo>
                  <a:pt x="116343" y="35050"/>
                  <a:pt x="116343" y="43342"/>
                  <a:pt x="121449" y="48449"/>
                </a:cubicBezTo>
                <a:lnTo>
                  <a:pt x="164505" y="91505"/>
                </a:lnTo>
                <a:lnTo>
                  <a:pt x="13072" y="91505"/>
                </a:lnTo>
                <a:cubicBezTo>
                  <a:pt x="5842" y="91505"/>
                  <a:pt x="0" y="97347"/>
                  <a:pt x="0" y="104578"/>
                </a:cubicBezTo>
                <a:cubicBezTo>
                  <a:pt x="0" y="111808"/>
                  <a:pt x="5842" y="117650"/>
                  <a:pt x="13072" y="117650"/>
                </a:cubicBezTo>
                <a:lnTo>
                  <a:pt x="164505" y="117650"/>
                </a:lnTo>
                <a:lnTo>
                  <a:pt x="121449" y="160706"/>
                </a:lnTo>
                <a:cubicBezTo>
                  <a:pt x="116343" y="165813"/>
                  <a:pt x="116343" y="174105"/>
                  <a:pt x="121449" y="179212"/>
                </a:cubicBezTo>
                <a:cubicBezTo>
                  <a:pt x="126555" y="184318"/>
                  <a:pt x="134848" y="184318"/>
                  <a:pt x="139954" y="179212"/>
                </a:cubicBezTo>
                <a:lnTo>
                  <a:pt x="205315" y="11385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7"/>
          <p:cNvSpPr/>
          <p:nvPr/>
        </p:nvSpPr>
        <p:spPr>
          <a:xfrm>
            <a:off x="4791300" y="4571363"/>
            <a:ext cx="627465" cy="824071"/>
          </a:xfrm>
          <a:custGeom>
            <a:rect b="b" l="l" r="r" t="t"/>
            <a:pathLst>
              <a:path extrusionOk="0" h="836620" w="627465">
                <a:moveTo>
                  <a:pt x="69718" y="0"/>
                </a:moveTo>
                <a:lnTo>
                  <a:pt x="557748" y="0"/>
                </a:lnTo>
                <a:cubicBezTo>
                  <a:pt x="596252" y="0"/>
                  <a:pt x="627465" y="31214"/>
                  <a:pt x="627465" y="69718"/>
                </a:cubicBezTo>
                <a:lnTo>
                  <a:pt x="627465" y="766903"/>
                </a:lnTo>
                <a:cubicBezTo>
                  <a:pt x="627465" y="805407"/>
                  <a:pt x="596252" y="836620"/>
                  <a:pt x="557748" y="836620"/>
                </a:cubicBezTo>
                <a:lnTo>
                  <a:pt x="69718" y="836620"/>
                </a:lnTo>
                <a:cubicBezTo>
                  <a:pt x="31214" y="836620"/>
                  <a:pt x="0" y="805407"/>
                  <a:pt x="0" y="766903"/>
                </a:cubicBezTo>
                <a:lnTo>
                  <a:pt x="0" y="69718"/>
                </a:lnTo>
                <a:cubicBezTo>
                  <a:pt x="0" y="31214"/>
                  <a:pt x="31214" y="0"/>
                  <a:pt x="69718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7"/>
          <p:cNvSpPr/>
          <p:nvPr/>
        </p:nvSpPr>
        <p:spPr>
          <a:xfrm>
            <a:off x="4974310" y="4717468"/>
            <a:ext cx="261444" cy="257522"/>
          </a:xfrm>
          <a:custGeom>
            <a:rect b="b" l="l" r="r" t="t"/>
            <a:pathLst>
              <a:path extrusionOk="0" h="261444" w="261444">
                <a:moveTo>
                  <a:pt x="257665" y="59131"/>
                </a:moveTo>
                <a:cubicBezTo>
                  <a:pt x="257614" y="59029"/>
                  <a:pt x="257563" y="58876"/>
                  <a:pt x="257512" y="58774"/>
                </a:cubicBezTo>
                <a:cubicBezTo>
                  <a:pt x="257461" y="58570"/>
                  <a:pt x="257359" y="58365"/>
                  <a:pt x="257257" y="58161"/>
                </a:cubicBezTo>
                <a:cubicBezTo>
                  <a:pt x="257155" y="58059"/>
                  <a:pt x="257104" y="57906"/>
                  <a:pt x="257001" y="57804"/>
                </a:cubicBezTo>
                <a:cubicBezTo>
                  <a:pt x="256899" y="57650"/>
                  <a:pt x="256746" y="57497"/>
                  <a:pt x="256644" y="57344"/>
                </a:cubicBezTo>
                <a:cubicBezTo>
                  <a:pt x="256542" y="57242"/>
                  <a:pt x="256389" y="57140"/>
                  <a:pt x="256235" y="57038"/>
                </a:cubicBezTo>
                <a:cubicBezTo>
                  <a:pt x="256082" y="56936"/>
                  <a:pt x="255929" y="56782"/>
                  <a:pt x="255776" y="56680"/>
                </a:cubicBezTo>
                <a:lnTo>
                  <a:pt x="206602" y="28340"/>
                </a:lnTo>
                <a:cubicBezTo>
                  <a:pt x="205989" y="27983"/>
                  <a:pt x="205274" y="27778"/>
                  <a:pt x="204559" y="27778"/>
                </a:cubicBezTo>
                <a:cubicBezTo>
                  <a:pt x="203845" y="27778"/>
                  <a:pt x="203130" y="27983"/>
                  <a:pt x="202517" y="28340"/>
                </a:cubicBezTo>
                <a:lnTo>
                  <a:pt x="153343" y="56680"/>
                </a:lnTo>
                <a:cubicBezTo>
                  <a:pt x="153190" y="56782"/>
                  <a:pt x="153037" y="56884"/>
                  <a:pt x="152883" y="57038"/>
                </a:cubicBezTo>
                <a:cubicBezTo>
                  <a:pt x="152730" y="57140"/>
                  <a:pt x="152628" y="57242"/>
                  <a:pt x="152475" y="57344"/>
                </a:cubicBezTo>
                <a:cubicBezTo>
                  <a:pt x="152322" y="57497"/>
                  <a:pt x="152220" y="57650"/>
                  <a:pt x="152117" y="57804"/>
                </a:cubicBezTo>
                <a:cubicBezTo>
                  <a:pt x="152015" y="57906"/>
                  <a:pt x="151913" y="58008"/>
                  <a:pt x="151862" y="58161"/>
                </a:cubicBezTo>
                <a:cubicBezTo>
                  <a:pt x="151760" y="58365"/>
                  <a:pt x="151658" y="58570"/>
                  <a:pt x="151607" y="58774"/>
                </a:cubicBezTo>
                <a:cubicBezTo>
                  <a:pt x="151556" y="58876"/>
                  <a:pt x="151505" y="58978"/>
                  <a:pt x="151454" y="59131"/>
                </a:cubicBezTo>
                <a:cubicBezTo>
                  <a:pt x="151352" y="59489"/>
                  <a:pt x="151300" y="59846"/>
                  <a:pt x="151300" y="60204"/>
                </a:cubicBezTo>
                <a:lnTo>
                  <a:pt x="151300" y="113922"/>
                </a:lnTo>
                <a:lnTo>
                  <a:pt x="110348" y="137513"/>
                </a:lnTo>
                <a:lnTo>
                  <a:pt x="110348" y="32374"/>
                </a:lnTo>
                <a:cubicBezTo>
                  <a:pt x="110348" y="32017"/>
                  <a:pt x="110297" y="31659"/>
                  <a:pt x="110195" y="31302"/>
                </a:cubicBezTo>
                <a:cubicBezTo>
                  <a:pt x="110143" y="31200"/>
                  <a:pt x="110092" y="31098"/>
                  <a:pt x="110041" y="30944"/>
                </a:cubicBezTo>
                <a:cubicBezTo>
                  <a:pt x="109990" y="30740"/>
                  <a:pt x="109888" y="30536"/>
                  <a:pt x="109786" y="30332"/>
                </a:cubicBezTo>
                <a:cubicBezTo>
                  <a:pt x="109735" y="30178"/>
                  <a:pt x="109582" y="30076"/>
                  <a:pt x="109531" y="29974"/>
                </a:cubicBezTo>
                <a:cubicBezTo>
                  <a:pt x="109429" y="29821"/>
                  <a:pt x="109275" y="29668"/>
                  <a:pt x="109173" y="29515"/>
                </a:cubicBezTo>
                <a:cubicBezTo>
                  <a:pt x="109071" y="29412"/>
                  <a:pt x="108918" y="29310"/>
                  <a:pt x="108765" y="29208"/>
                </a:cubicBezTo>
                <a:cubicBezTo>
                  <a:pt x="108612" y="29106"/>
                  <a:pt x="108458" y="28953"/>
                  <a:pt x="108305" y="28851"/>
                </a:cubicBezTo>
                <a:lnTo>
                  <a:pt x="59131" y="562"/>
                </a:lnTo>
                <a:cubicBezTo>
                  <a:pt x="58518" y="204"/>
                  <a:pt x="57804" y="0"/>
                  <a:pt x="57089" y="0"/>
                </a:cubicBezTo>
                <a:cubicBezTo>
                  <a:pt x="56374" y="0"/>
                  <a:pt x="55659" y="204"/>
                  <a:pt x="55046" y="562"/>
                </a:cubicBezTo>
                <a:lnTo>
                  <a:pt x="5872" y="28851"/>
                </a:lnTo>
                <a:cubicBezTo>
                  <a:pt x="5719" y="28953"/>
                  <a:pt x="5566" y="29055"/>
                  <a:pt x="5413" y="29208"/>
                </a:cubicBezTo>
                <a:cubicBezTo>
                  <a:pt x="5260" y="29310"/>
                  <a:pt x="5157" y="29412"/>
                  <a:pt x="5004" y="29515"/>
                </a:cubicBezTo>
                <a:cubicBezTo>
                  <a:pt x="4851" y="29668"/>
                  <a:pt x="4749" y="29821"/>
                  <a:pt x="4647" y="29974"/>
                </a:cubicBezTo>
                <a:cubicBezTo>
                  <a:pt x="4545" y="30127"/>
                  <a:pt x="4443" y="30229"/>
                  <a:pt x="4340" y="30332"/>
                </a:cubicBezTo>
                <a:cubicBezTo>
                  <a:pt x="4238" y="30536"/>
                  <a:pt x="4136" y="30740"/>
                  <a:pt x="4085" y="30944"/>
                </a:cubicBezTo>
                <a:cubicBezTo>
                  <a:pt x="4034" y="31046"/>
                  <a:pt x="3983" y="31149"/>
                  <a:pt x="3932" y="31302"/>
                </a:cubicBezTo>
                <a:cubicBezTo>
                  <a:pt x="3830" y="31659"/>
                  <a:pt x="3779" y="32017"/>
                  <a:pt x="3779" y="32374"/>
                </a:cubicBezTo>
                <a:lnTo>
                  <a:pt x="3779" y="200730"/>
                </a:lnTo>
                <a:cubicBezTo>
                  <a:pt x="3779" y="201445"/>
                  <a:pt x="3983" y="202159"/>
                  <a:pt x="4340" y="202772"/>
                </a:cubicBezTo>
                <a:cubicBezTo>
                  <a:pt x="4698" y="203385"/>
                  <a:pt x="5208" y="203896"/>
                  <a:pt x="5821" y="204253"/>
                </a:cubicBezTo>
                <a:lnTo>
                  <a:pt x="104169" y="260882"/>
                </a:lnTo>
                <a:cubicBezTo>
                  <a:pt x="104373" y="260984"/>
                  <a:pt x="104629" y="261086"/>
                  <a:pt x="104833" y="261138"/>
                </a:cubicBezTo>
                <a:cubicBezTo>
                  <a:pt x="104935" y="261189"/>
                  <a:pt x="105037" y="261240"/>
                  <a:pt x="105139" y="261291"/>
                </a:cubicBezTo>
                <a:cubicBezTo>
                  <a:pt x="105803" y="261495"/>
                  <a:pt x="106569" y="261495"/>
                  <a:pt x="107233" y="261291"/>
                </a:cubicBezTo>
                <a:cubicBezTo>
                  <a:pt x="107335" y="261240"/>
                  <a:pt x="107437" y="261189"/>
                  <a:pt x="107539" y="261189"/>
                </a:cubicBezTo>
                <a:cubicBezTo>
                  <a:pt x="107795" y="261086"/>
                  <a:pt x="108050" y="261035"/>
                  <a:pt x="108254" y="260882"/>
                </a:cubicBezTo>
                <a:lnTo>
                  <a:pt x="206602" y="204304"/>
                </a:lnTo>
                <a:cubicBezTo>
                  <a:pt x="207215" y="203947"/>
                  <a:pt x="207725" y="203436"/>
                  <a:pt x="208083" y="202823"/>
                </a:cubicBezTo>
                <a:cubicBezTo>
                  <a:pt x="208440" y="202211"/>
                  <a:pt x="208644" y="201496"/>
                  <a:pt x="208644" y="200781"/>
                </a:cubicBezTo>
                <a:lnTo>
                  <a:pt x="208644" y="147011"/>
                </a:lnTo>
                <a:lnTo>
                  <a:pt x="255725" y="119897"/>
                </a:lnTo>
                <a:cubicBezTo>
                  <a:pt x="256338" y="119539"/>
                  <a:pt x="256848" y="119028"/>
                  <a:pt x="257206" y="118365"/>
                </a:cubicBezTo>
                <a:cubicBezTo>
                  <a:pt x="257563" y="117701"/>
                  <a:pt x="257767" y="117037"/>
                  <a:pt x="257767" y="116322"/>
                </a:cubicBezTo>
                <a:lnTo>
                  <a:pt x="257767" y="60255"/>
                </a:lnTo>
                <a:cubicBezTo>
                  <a:pt x="257767" y="59897"/>
                  <a:pt x="257716" y="59540"/>
                  <a:pt x="257665" y="59182"/>
                </a:cubicBezTo>
                <a:close/>
                <a:moveTo>
                  <a:pt x="57089" y="8834"/>
                </a:moveTo>
                <a:lnTo>
                  <a:pt x="98041" y="32374"/>
                </a:lnTo>
                <a:lnTo>
                  <a:pt x="57089" y="55965"/>
                </a:lnTo>
                <a:lnTo>
                  <a:pt x="16136" y="32374"/>
                </a:lnTo>
                <a:lnTo>
                  <a:pt x="57089" y="8783"/>
                </a:lnTo>
                <a:close/>
                <a:moveTo>
                  <a:pt x="102127" y="39472"/>
                </a:moveTo>
                <a:lnTo>
                  <a:pt x="102127" y="142262"/>
                </a:lnTo>
                <a:cubicBezTo>
                  <a:pt x="85174" y="152015"/>
                  <a:pt x="71540" y="159879"/>
                  <a:pt x="61174" y="165853"/>
                </a:cubicBezTo>
                <a:lnTo>
                  <a:pt x="61174" y="63063"/>
                </a:lnTo>
                <a:cubicBezTo>
                  <a:pt x="78127" y="53310"/>
                  <a:pt x="91761" y="45446"/>
                  <a:pt x="102127" y="39472"/>
                </a:cubicBezTo>
                <a:close/>
                <a:moveTo>
                  <a:pt x="102127" y="250261"/>
                </a:moveTo>
                <a:lnTo>
                  <a:pt x="12000" y="198381"/>
                </a:lnTo>
                <a:lnTo>
                  <a:pt x="12000" y="39472"/>
                </a:lnTo>
                <a:cubicBezTo>
                  <a:pt x="22366" y="45446"/>
                  <a:pt x="36051" y="53310"/>
                  <a:pt x="52953" y="63063"/>
                </a:cubicBezTo>
                <a:lnTo>
                  <a:pt x="52953" y="172951"/>
                </a:lnTo>
                <a:cubicBezTo>
                  <a:pt x="52953" y="173104"/>
                  <a:pt x="53004" y="173258"/>
                  <a:pt x="53004" y="173411"/>
                </a:cubicBezTo>
                <a:cubicBezTo>
                  <a:pt x="53004" y="173615"/>
                  <a:pt x="53055" y="173819"/>
                  <a:pt x="53106" y="174024"/>
                </a:cubicBezTo>
                <a:cubicBezTo>
                  <a:pt x="53157" y="174177"/>
                  <a:pt x="53208" y="174330"/>
                  <a:pt x="53310" y="174483"/>
                </a:cubicBezTo>
                <a:cubicBezTo>
                  <a:pt x="53361" y="174636"/>
                  <a:pt x="53463" y="174841"/>
                  <a:pt x="53514" y="174994"/>
                </a:cubicBezTo>
                <a:cubicBezTo>
                  <a:pt x="53616" y="175147"/>
                  <a:pt x="53719" y="175249"/>
                  <a:pt x="53821" y="175402"/>
                </a:cubicBezTo>
                <a:cubicBezTo>
                  <a:pt x="53923" y="175555"/>
                  <a:pt x="54025" y="175709"/>
                  <a:pt x="54178" y="175811"/>
                </a:cubicBezTo>
                <a:cubicBezTo>
                  <a:pt x="54280" y="175913"/>
                  <a:pt x="54433" y="176015"/>
                  <a:pt x="54587" y="176117"/>
                </a:cubicBezTo>
                <a:cubicBezTo>
                  <a:pt x="54740" y="176219"/>
                  <a:pt x="54893" y="176372"/>
                  <a:pt x="55046" y="176475"/>
                </a:cubicBezTo>
                <a:lnTo>
                  <a:pt x="102127" y="203130"/>
                </a:lnTo>
                <a:lnTo>
                  <a:pt x="102178" y="250312"/>
                </a:lnTo>
                <a:close/>
                <a:moveTo>
                  <a:pt x="106212" y="196032"/>
                </a:moveTo>
                <a:lnTo>
                  <a:pt x="65361" y="172900"/>
                </a:lnTo>
                <a:cubicBezTo>
                  <a:pt x="93293" y="156815"/>
                  <a:pt x="123318" y="139556"/>
                  <a:pt x="155385" y="121071"/>
                </a:cubicBezTo>
                <a:lnTo>
                  <a:pt x="196287" y="144611"/>
                </a:lnTo>
                <a:cubicBezTo>
                  <a:pt x="181275" y="153190"/>
                  <a:pt x="151249" y="170296"/>
                  <a:pt x="106212" y="196032"/>
                </a:cubicBezTo>
                <a:close/>
                <a:moveTo>
                  <a:pt x="200423" y="198381"/>
                </a:moveTo>
                <a:lnTo>
                  <a:pt x="110297" y="250261"/>
                </a:lnTo>
                <a:lnTo>
                  <a:pt x="110297" y="203130"/>
                </a:lnTo>
                <a:cubicBezTo>
                  <a:pt x="162075" y="173615"/>
                  <a:pt x="192100" y="156458"/>
                  <a:pt x="200423" y="151658"/>
                </a:cubicBezTo>
                <a:lnTo>
                  <a:pt x="200423" y="198330"/>
                </a:lnTo>
                <a:close/>
                <a:moveTo>
                  <a:pt x="200423" y="137564"/>
                </a:moveTo>
                <a:cubicBezTo>
                  <a:pt x="190057" y="131641"/>
                  <a:pt x="176372" y="123777"/>
                  <a:pt x="159471" y="114024"/>
                </a:cubicBezTo>
                <a:lnTo>
                  <a:pt x="159471" y="67352"/>
                </a:lnTo>
                <a:cubicBezTo>
                  <a:pt x="169836" y="73327"/>
                  <a:pt x="183521" y="81191"/>
                  <a:pt x="200423" y="90944"/>
                </a:cubicBezTo>
                <a:lnTo>
                  <a:pt x="200423" y="137564"/>
                </a:lnTo>
                <a:close/>
                <a:moveTo>
                  <a:pt x="204508" y="83795"/>
                </a:moveTo>
                <a:lnTo>
                  <a:pt x="163556" y="60204"/>
                </a:lnTo>
                <a:lnTo>
                  <a:pt x="204508" y="36612"/>
                </a:lnTo>
                <a:lnTo>
                  <a:pt x="245461" y="60153"/>
                </a:lnTo>
                <a:lnTo>
                  <a:pt x="204508" y="83744"/>
                </a:lnTo>
                <a:close/>
                <a:moveTo>
                  <a:pt x="208593" y="137564"/>
                </a:moveTo>
                <a:lnTo>
                  <a:pt x="208593" y="90944"/>
                </a:lnTo>
                <a:cubicBezTo>
                  <a:pt x="225546" y="81191"/>
                  <a:pt x="239231" y="73327"/>
                  <a:pt x="249597" y="67352"/>
                </a:cubicBezTo>
                <a:lnTo>
                  <a:pt x="249597" y="114024"/>
                </a:lnTo>
                <a:lnTo>
                  <a:pt x="208593" y="13761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"/>
          <p:cNvSpPr/>
          <p:nvPr/>
        </p:nvSpPr>
        <p:spPr>
          <a:xfrm>
            <a:off x="4904592" y="5044055"/>
            <a:ext cx="4008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API</a:t>
            </a:r>
            <a:endParaRPr b="0" i="0" sz="1600" u="none" cap="none" strike="noStrike"/>
          </a:p>
        </p:txBody>
      </p:sp>
      <p:sp>
        <p:nvSpPr>
          <p:cNvPr id="481" name="Google Shape;481;p7"/>
          <p:cNvSpPr/>
          <p:nvPr/>
        </p:nvSpPr>
        <p:spPr>
          <a:xfrm>
            <a:off x="5588703" y="4880761"/>
            <a:ext cx="209155" cy="206018"/>
          </a:xfrm>
          <a:custGeom>
            <a:rect b="b" l="l" r="r" t="t"/>
            <a:pathLst>
              <a:path extrusionOk="0" h="209155" w="209155">
                <a:moveTo>
                  <a:pt x="205315" y="113810"/>
                </a:moveTo>
                <a:cubicBezTo>
                  <a:pt x="210421" y="108703"/>
                  <a:pt x="210421" y="100411"/>
                  <a:pt x="205315" y="95304"/>
                </a:cubicBezTo>
                <a:lnTo>
                  <a:pt x="139954" y="29943"/>
                </a:lnTo>
                <a:cubicBezTo>
                  <a:pt x="134848" y="24837"/>
                  <a:pt x="126555" y="24837"/>
                  <a:pt x="121449" y="29943"/>
                </a:cubicBezTo>
                <a:cubicBezTo>
                  <a:pt x="116343" y="35050"/>
                  <a:pt x="116343" y="43342"/>
                  <a:pt x="121449" y="48449"/>
                </a:cubicBezTo>
                <a:lnTo>
                  <a:pt x="164505" y="91505"/>
                </a:lnTo>
                <a:lnTo>
                  <a:pt x="13072" y="91505"/>
                </a:lnTo>
                <a:cubicBezTo>
                  <a:pt x="5842" y="91505"/>
                  <a:pt x="0" y="97347"/>
                  <a:pt x="0" y="104578"/>
                </a:cubicBezTo>
                <a:cubicBezTo>
                  <a:pt x="0" y="111808"/>
                  <a:pt x="5842" y="117650"/>
                  <a:pt x="13072" y="117650"/>
                </a:cubicBezTo>
                <a:lnTo>
                  <a:pt x="164505" y="117650"/>
                </a:lnTo>
                <a:lnTo>
                  <a:pt x="121449" y="160706"/>
                </a:lnTo>
                <a:cubicBezTo>
                  <a:pt x="116343" y="165813"/>
                  <a:pt x="116343" y="174105"/>
                  <a:pt x="121449" y="179212"/>
                </a:cubicBezTo>
                <a:cubicBezTo>
                  <a:pt x="126555" y="184318"/>
                  <a:pt x="134848" y="184318"/>
                  <a:pt x="139954" y="179212"/>
                </a:cubicBezTo>
                <a:lnTo>
                  <a:pt x="205315" y="11385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"/>
          <p:cNvSpPr/>
          <p:nvPr/>
        </p:nvSpPr>
        <p:spPr>
          <a:xfrm>
            <a:off x="5972155" y="4571363"/>
            <a:ext cx="627465" cy="824071"/>
          </a:xfrm>
          <a:custGeom>
            <a:rect b="b" l="l" r="r" t="t"/>
            <a:pathLst>
              <a:path extrusionOk="0" h="836620" w="627465">
                <a:moveTo>
                  <a:pt x="69718" y="0"/>
                </a:moveTo>
                <a:lnTo>
                  <a:pt x="557748" y="0"/>
                </a:lnTo>
                <a:cubicBezTo>
                  <a:pt x="596252" y="0"/>
                  <a:pt x="627465" y="31214"/>
                  <a:pt x="627465" y="69718"/>
                </a:cubicBezTo>
                <a:lnTo>
                  <a:pt x="627465" y="766903"/>
                </a:lnTo>
                <a:cubicBezTo>
                  <a:pt x="627465" y="805407"/>
                  <a:pt x="596252" y="836620"/>
                  <a:pt x="557748" y="836620"/>
                </a:cubicBezTo>
                <a:lnTo>
                  <a:pt x="69718" y="836620"/>
                </a:lnTo>
                <a:cubicBezTo>
                  <a:pt x="31214" y="836620"/>
                  <a:pt x="0" y="805407"/>
                  <a:pt x="0" y="766903"/>
                </a:cubicBezTo>
                <a:lnTo>
                  <a:pt x="0" y="69718"/>
                </a:lnTo>
                <a:cubicBezTo>
                  <a:pt x="0" y="31214"/>
                  <a:pt x="31214" y="0"/>
                  <a:pt x="69718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"/>
          <p:cNvSpPr/>
          <p:nvPr/>
        </p:nvSpPr>
        <p:spPr>
          <a:xfrm>
            <a:off x="6171506" y="4717468"/>
            <a:ext cx="228763" cy="257522"/>
          </a:xfrm>
          <a:custGeom>
            <a:rect b="b" l="l" r="r" t="t"/>
            <a:pathLst>
              <a:path extrusionOk="0" h="261444" w="228763">
                <a:moveTo>
                  <a:pt x="228763" y="105088"/>
                </a:moveTo>
                <a:cubicBezTo>
                  <a:pt x="221206" y="110092"/>
                  <a:pt x="212525" y="114126"/>
                  <a:pt x="203487" y="117343"/>
                </a:cubicBezTo>
                <a:cubicBezTo>
                  <a:pt x="179487" y="125922"/>
                  <a:pt x="147981" y="130722"/>
                  <a:pt x="114382" y="130722"/>
                </a:cubicBezTo>
                <a:cubicBezTo>
                  <a:pt x="80782" y="130722"/>
                  <a:pt x="49225" y="125871"/>
                  <a:pt x="25276" y="117343"/>
                </a:cubicBezTo>
                <a:cubicBezTo>
                  <a:pt x="16289" y="114126"/>
                  <a:pt x="7557" y="110092"/>
                  <a:pt x="0" y="105088"/>
                </a:cubicBezTo>
                <a:lnTo>
                  <a:pt x="0" y="147062"/>
                </a:lnTo>
                <a:cubicBezTo>
                  <a:pt x="0" y="169632"/>
                  <a:pt x="51216" y="187913"/>
                  <a:pt x="114382" y="187913"/>
                </a:cubicBezTo>
                <a:cubicBezTo>
                  <a:pt x="177547" y="187913"/>
                  <a:pt x="228763" y="169632"/>
                  <a:pt x="228763" y="147062"/>
                </a:cubicBezTo>
                <a:lnTo>
                  <a:pt x="228763" y="105088"/>
                </a:lnTo>
                <a:close/>
                <a:moveTo>
                  <a:pt x="228763" y="65361"/>
                </a:moveTo>
                <a:lnTo>
                  <a:pt x="228763" y="40851"/>
                </a:lnTo>
                <a:cubicBezTo>
                  <a:pt x="228763" y="18281"/>
                  <a:pt x="177547" y="0"/>
                  <a:pt x="114382" y="0"/>
                </a:cubicBezTo>
                <a:cubicBezTo>
                  <a:pt x="51216" y="0"/>
                  <a:pt x="0" y="18281"/>
                  <a:pt x="0" y="40851"/>
                </a:cubicBezTo>
                <a:lnTo>
                  <a:pt x="0" y="65361"/>
                </a:lnTo>
                <a:cubicBezTo>
                  <a:pt x="0" y="87931"/>
                  <a:pt x="51216" y="106212"/>
                  <a:pt x="114382" y="106212"/>
                </a:cubicBezTo>
                <a:cubicBezTo>
                  <a:pt x="177547" y="106212"/>
                  <a:pt x="228763" y="87931"/>
                  <a:pt x="228763" y="65361"/>
                </a:cubicBezTo>
                <a:close/>
                <a:moveTo>
                  <a:pt x="203487" y="199045"/>
                </a:moveTo>
                <a:cubicBezTo>
                  <a:pt x="179538" y="207572"/>
                  <a:pt x="148032" y="212423"/>
                  <a:pt x="114382" y="212423"/>
                </a:cubicBezTo>
                <a:cubicBezTo>
                  <a:pt x="80731" y="212423"/>
                  <a:pt x="49225" y="207572"/>
                  <a:pt x="25276" y="199045"/>
                </a:cubicBezTo>
                <a:cubicBezTo>
                  <a:pt x="16289" y="195828"/>
                  <a:pt x="7557" y="191794"/>
                  <a:pt x="0" y="186789"/>
                </a:cubicBezTo>
                <a:lnTo>
                  <a:pt x="0" y="220593"/>
                </a:lnTo>
                <a:cubicBezTo>
                  <a:pt x="0" y="243163"/>
                  <a:pt x="51216" y="261444"/>
                  <a:pt x="114382" y="261444"/>
                </a:cubicBezTo>
                <a:cubicBezTo>
                  <a:pt x="177547" y="261444"/>
                  <a:pt x="228763" y="243163"/>
                  <a:pt x="228763" y="220593"/>
                </a:cubicBezTo>
                <a:lnTo>
                  <a:pt x="228763" y="186789"/>
                </a:lnTo>
                <a:cubicBezTo>
                  <a:pt x="221206" y="191794"/>
                  <a:pt x="212525" y="195828"/>
                  <a:pt x="203487" y="199045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>
            <a:off x="6085447" y="5044055"/>
            <a:ext cx="4008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DB</a:t>
            </a:r>
            <a:endParaRPr b="0" i="0" sz="1600" u="none" cap="none" strike="noStrike"/>
          </a:p>
        </p:txBody>
      </p:sp>
      <p:sp>
        <p:nvSpPr>
          <p:cNvPr id="485" name="Google Shape;485;p7"/>
          <p:cNvSpPr/>
          <p:nvPr/>
        </p:nvSpPr>
        <p:spPr>
          <a:xfrm>
            <a:off x="6769559" y="4880761"/>
            <a:ext cx="209155" cy="206018"/>
          </a:xfrm>
          <a:custGeom>
            <a:rect b="b" l="l" r="r" t="t"/>
            <a:pathLst>
              <a:path extrusionOk="0" h="209155" w="209155">
                <a:moveTo>
                  <a:pt x="205315" y="113810"/>
                </a:moveTo>
                <a:cubicBezTo>
                  <a:pt x="210421" y="108703"/>
                  <a:pt x="210421" y="100411"/>
                  <a:pt x="205315" y="95304"/>
                </a:cubicBezTo>
                <a:lnTo>
                  <a:pt x="139954" y="29943"/>
                </a:lnTo>
                <a:cubicBezTo>
                  <a:pt x="134848" y="24837"/>
                  <a:pt x="126555" y="24837"/>
                  <a:pt x="121449" y="29943"/>
                </a:cubicBezTo>
                <a:cubicBezTo>
                  <a:pt x="116343" y="35050"/>
                  <a:pt x="116343" y="43342"/>
                  <a:pt x="121449" y="48449"/>
                </a:cubicBezTo>
                <a:lnTo>
                  <a:pt x="164505" y="91505"/>
                </a:lnTo>
                <a:lnTo>
                  <a:pt x="13072" y="91505"/>
                </a:lnTo>
                <a:cubicBezTo>
                  <a:pt x="5842" y="91505"/>
                  <a:pt x="0" y="97347"/>
                  <a:pt x="0" y="104578"/>
                </a:cubicBezTo>
                <a:cubicBezTo>
                  <a:pt x="0" y="111808"/>
                  <a:pt x="5842" y="117650"/>
                  <a:pt x="13072" y="117650"/>
                </a:cubicBezTo>
                <a:lnTo>
                  <a:pt x="164505" y="117650"/>
                </a:lnTo>
                <a:lnTo>
                  <a:pt x="121449" y="160706"/>
                </a:lnTo>
                <a:cubicBezTo>
                  <a:pt x="116343" y="165813"/>
                  <a:pt x="116343" y="174105"/>
                  <a:pt x="121449" y="179212"/>
                </a:cubicBezTo>
                <a:cubicBezTo>
                  <a:pt x="126555" y="184318"/>
                  <a:pt x="134848" y="184318"/>
                  <a:pt x="139954" y="179212"/>
                </a:cubicBezTo>
                <a:lnTo>
                  <a:pt x="205315" y="11385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"/>
          <p:cNvSpPr/>
          <p:nvPr/>
        </p:nvSpPr>
        <p:spPr>
          <a:xfrm>
            <a:off x="7153010" y="4734657"/>
            <a:ext cx="1394367" cy="497876"/>
          </a:xfrm>
          <a:custGeom>
            <a:rect b="b" l="l" r="r" t="t"/>
            <a:pathLst>
              <a:path extrusionOk="0" h="505458" w="1394367">
                <a:moveTo>
                  <a:pt x="69718" y="0"/>
                </a:moveTo>
                <a:lnTo>
                  <a:pt x="1324650" y="0"/>
                </a:lnTo>
                <a:cubicBezTo>
                  <a:pt x="1363128" y="0"/>
                  <a:pt x="1394367" y="31240"/>
                  <a:pt x="1394367" y="69718"/>
                </a:cubicBezTo>
                <a:lnTo>
                  <a:pt x="1394367" y="435740"/>
                </a:lnTo>
                <a:cubicBezTo>
                  <a:pt x="1394367" y="474219"/>
                  <a:pt x="1363128" y="505458"/>
                  <a:pt x="1324650" y="505458"/>
                </a:cubicBezTo>
                <a:lnTo>
                  <a:pt x="69718" y="505458"/>
                </a:lnTo>
                <a:cubicBezTo>
                  <a:pt x="31240" y="505458"/>
                  <a:pt x="0" y="474219"/>
                  <a:pt x="0" y="435740"/>
                </a:cubicBezTo>
                <a:lnTo>
                  <a:pt x="0" y="69718"/>
                </a:lnTo>
                <a:cubicBezTo>
                  <a:pt x="0" y="31214"/>
                  <a:pt x="31214" y="0"/>
                  <a:pt x="69718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"/>
          <p:cNvSpPr/>
          <p:nvPr/>
        </p:nvSpPr>
        <p:spPr>
          <a:xfrm>
            <a:off x="7266303" y="4880761"/>
            <a:ext cx="11679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fan_desired_state</a:t>
            </a:r>
            <a:endParaRPr b="0" i="0" sz="1600" u="none" cap="none" strike="noStrike"/>
          </a:p>
        </p:txBody>
      </p:sp>
      <p:sp>
        <p:nvSpPr>
          <p:cNvPr id="488" name="Google Shape;488;p7"/>
          <p:cNvSpPr/>
          <p:nvPr/>
        </p:nvSpPr>
        <p:spPr>
          <a:xfrm>
            <a:off x="8724807" y="4880761"/>
            <a:ext cx="209155" cy="206018"/>
          </a:xfrm>
          <a:custGeom>
            <a:rect b="b" l="l" r="r" t="t"/>
            <a:pathLst>
              <a:path extrusionOk="0" h="209155" w="209155">
                <a:moveTo>
                  <a:pt x="205315" y="113810"/>
                </a:moveTo>
                <a:cubicBezTo>
                  <a:pt x="210421" y="108703"/>
                  <a:pt x="210421" y="100411"/>
                  <a:pt x="205315" y="95304"/>
                </a:cubicBezTo>
                <a:lnTo>
                  <a:pt x="139954" y="29943"/>
                </a:lnTo>
                <a:cubicBezTo>
                  <a:pt x="134848" y="24837"/>
                  <a:pt x="126555" y="24837"/>
                  <a:pt x="121449" y="29943"/>
                </a:cubicBezTo>
                <a:cubicBezTo>
                  <a:pt x="116343" y="35050"/>
                  <a:pt x="116343" y="43342"/>
                  <a:pt x="121449" y="48449"/>
                </a:cubicBezTo>
                <a:lnTo>
                  <a:pt x="164505" y="91505"/>
                </a:lnTo>
                <a:lnTo>
                  <a:pt x="13072" y="91505"/>
                </a:lnTo>
                <a:cubicBezTo>
                  <a:pt x="5842" y="91505"/>
                  <a:pt x="0" y="97347"/>
                  <a:pt x="0" y="104578"/>
                </a:cubicBezTo>
                <a:cubicBezTo>
                  <a:pt x="0" y="111808"/>
                  <a:pt x="5842" y="117650"/>
                  <a:pt x="13072" y="117650"/>
                </a:cubicBezTo>
                <a:lnTo>
                  <a:pt x="164505" y="117650"/>
                </a:lnTo>
                <a:lnTo>
                  <a:pt x="121449" y="160706"/>
                </a:lnTo>
                <a:cubicBezTo>
                  <a:pt x="116343" y="165813"/>
                  <a:pt x="116343" y="174105"/>
                  <a:pt x="121449" y="179212"/>
                </a:cubicBezTo>
                <a:cubicBezTo>
                  <a:pt x="126555" y="184318"/>
                  <a:pt x="134848" y="184318"/>
                  <a:pt x="139954" y="179212"/>
                </a:cubicBezTo>
                <a:lnTo>
                  <a:pt x="205315" y="11385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7"/>
          <p:cNvSpPr/>
          <p:nvPr/>
        </p:nvSpPr>
        <p:spPr>
          <a:xfrm>
            <a:off x="9108259" y="4571363"/>
            <a:ext cx="766902" cy="824071"/>
          </a:xfrm>
          <a:custGeom>
            <a:rect b="b" l="l" r="r" t="t"/>
            <a:pathLst>
              <a:path extrusionOk="0" h="836620" w="766902">
                <a:moveTo>
                  <a:pt x="69719" y="0"/>
                </a:moveTo>
                <a:lnTo>
                  <a:pt x="697183" y="0"/>
                </a:lnTo>
                <a:cubicBezTo>
                  <a:pt x="735662" y="0"/>
                  <a:pt x="766902" y="31240"/>
                  <a:pt x="766902" y="69719"/>
                </a:cubicBezTo>
                <a:lnTo>
                  <a:pt x="766902" y="766901"/>
                </a:lnTo>
                <a:cubicBezTo>
                  <a:pt x="766902" y="805380"/>
                  <a:pt x="735662" y="836620"/>
                  <a:pt x="697183" y="836620"/>
                </a:cubicBezTo>
                <a:lnTo>
                  <a:pt x="69719" y="836620"/>
                </a:lnTo>
                <a:cubicBezTo>
                  <a:pt x="31240" y="836620"/>
                  <a:pt x="0" y="805380"/>
                  <a:pt x="0" y="766901"/>
                </a:cubicBezTo>
                <a:lnTo>
                  <a:pt x="0" y="69719"/>
                </a:lnTo>
                <a:cubicBezTo>
                  <a:pt x="0" y="31214"/>
                  <a:pt x="31214" y="0"/>
                  <a:pt x="69719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"/>
          <p:cNvSpPr/>
          <p:nvPr/>
        </p:nvSpPr>
        <p:spPr>
          <a:xfrm>
            <a:off x="9364528" y="4717468"/>
            <a:ext cx="261444" cy="257522"/>
          </a:xfrm>
          <a:custGeom>
            <a:rect b="b" l="l" r="r" t="t"/>
            <a:pathLst>
              <a:path extrusionOk="0" h="261444" w="261444">
                <a:moveTo>
                  <a:pt x="81701" y="73531"/>
                </a:moveTo>
                <a:cubicBezTo>
                  <a:pt x="81701" y="32936"/>
                  <a:pt x="114637" y="0"/>
                  <a:pt x="155232" y="0"/>
                </a:cubicBezTo>
                <a:cubicBezTo>
                  <a:pt x="159726" y="0"/>
                  <a:pt x="163402" y="3677"/>
                  <a:pt x="163402" y="8170"/>
                </a:cubicBezTo>
                <a:lnTo>
                  <a:pt x="163402" y="85888"/>
                </a:lnTo>
                <a:cubicBezTo>
                  <a:pt x="171062" y="83182"/>
                  <a:pt x="179334" y="81701"/>
                  <a:pt x="187913" y="81701"/>
                </a:cubicBezTo>
                <a:cubicBezTo>
                  <a:pt x="228508" y="81701"/>
                  <a:pt x="261444" y="114637"/>
                  <a:pt x="261444" y="155232"/>
                </a:cubicBezTo>
                <a:cubicBezTo>
                  <a:pt x="261444" y="159726"/>
                  <a:pt x="257767" y="163402"/>
                  <a:pt x="253274" y="163402"/>
                </a:cubicBezTo>
                <a:lnTo>
                  <a:pt x="175555" y="163402"/>
                </a:lnTo>
                <a:cubicBezTo>
                  <a:pt x="178262" y="171062"/>
                  <a:pt x="179743" y="179334"/>
                  <a:pt x="179743" y="187913"/>
                </a:cubicBezTo>
                <a:cubicBezTo>
                  <a:pt x="179743" y="228508"/>
                  <a:pt x="146807" y="261444"/>
                  <a:pt x="106212" y="261444"/>
                </a:cubicBezTo>
                <a:cubicBezTo>
                  <a:pt x="101718" y="261444"/>
                  <a:pt x="98041" y="257767"/>
                  <a:pt x="98041" y="253274"/>
                </a:cubicBezTo>
                <a:lnTo>
                  <a:pt x="98041" y="175555"/>
                </a:lnTo>
                <a:cubicBezTo>
                  <a:pt x="90382" y="178262"/>
                  <a:pt x="82110" y="179743"/>
                  <a:pt x="73531" y="179743"/>
                </a:cubicBezTo>
                <a:cubicBezTo>
                  <a:pt x="32936" y="179743"/>
                  <a:pt x="0" y="146807"/>
                  <a:pt x="0" y="106212"/>
                </a:cubicBezTo>
                <a:cubicBezTo>
                  <a:pt x="0" y="101718"/>
                  <a:pt x="3677" y="98041"/>
                  <a:pt x="8170" y="98041"/>
                </a:cubicBezTo>
                <a:lnTo>
                  <a:pt x="85888" y="98041"/>
                </a:lnTo>
                <a:cubicBezTo>
                  <a:pt x="83182" y="90382"/>
                  <a:pt x="81701" y="82110"/>
                  <a:pt x="81701" y="73531"/>
                </a:cubicBezTo>
                <a:close/>
                <a:moveTo>
                  <a:pt x="130722" y="147062"/>
                </a:moveTo>
                <a:cubicBezTo>
                  <a:pt x="139740" y="147062"/>
                  <a:pt x="147062" y="139740"/>
                  <a:pt x="147062" y="130722"/>
                </a:cubicBezTo>
                <a:cubicBezTo>
                  <a:pt x="147062" y="121704"/>
                  <a:pt x="139740" y="114382"/>
                  <a:pt x="130722" y="114382"/>
                </a:cubicBezTo>
                <a:cubicBezTo>
                  <a:pt x="121704" y="114382"/>
                  <a:pt x="114382" y="121704"/>
                  <a:pt x="114382" y="130722"/>
                </a:cubicBezTo>
                <a:cubicBezTo>
                  <a:pt x="114382" y="139740"/>
                  <a:pt x="121704" y="147062"/>
                  <a:pt x="130722" y="147062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7"/>
          <p:cNvSpPr/>
          <p:nvPr/>
        </p:nvSpPr>
        <p:spPr>
          <a:xfrm>
            <a:off x="9221551" y="5044055"/>
            <a:ext cx="5403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Ventola</a:t>
            </a:r>
            <a:endParaRPr b="0" i="0" sz="1600" u="none" cap="none" strike="noStrike"/>
          </a:p>
        </p:txBody>
      </p:sp>
      <p:sp>
        <p:nvSpPr>
          <p:cNvPr id="492" name="Google Shape;492;p7"/>
          <p:cNvSpPr/>
          <p:nvPr/>
        </p:nvSpPr>
        <p:spPr>
          <a:xfrm>
            <a:off x="350563" y="5761688"/>
            <a:ext cx="3729933" cy="901328"/>
          </a:xfrm>
          <a:custGeom>
            <a:rect b="b" l="l" r="r" t="t"/>
            <a:pathLst>
              <a:path extrusionOk="0" h="915054" w="3729933">
                <a:moveTo>
                  <a:pt x="69718" y="0"/>
                </a:moveTo>
                <a:lnTo>
                  <a:pt x="3660215" y="0"/>
                </a:lnTo>
                <a:cubicBezTo>
                  <a:pt x="3698719" y="0"/>
                  <a:pt x="3729933" y="31214"/>
                  <a:pt x="3729933" y="69718"/>
                </a:cubicBezTo>
                <a:lnTo>
                  <a:pt x="3729933" y="845336"/>
                </a:lnTo>
                <a:cubicBezTo>
                  <a:pt x="3729933" y="883840"/>
                  <a:pt x="3698719" y="915054"/>
                  <a:pt x="3660215" y="915054"/>
                </a:cubicBezTo>
                <a:lnTo>
                  <a:pt x="69718" y="915054"/>
                </a:lnTo>
                <a:cubicBezTo>
                  <a:pt x="31240" y="915054"/>
                  <a:pt x="0" y="883814"/>
                  <a:pt x="0" y="845336"/>
                </a:cubicBezTo>
                <a:lnTo>
                  <a:pt x="0" y="69718"/>
                </a:lnTo>
                <a:cubicBezTo>
                  <a:pt x="0" y="31240"/>
                  <a:pt x="31240" y="0"/>
                  <a:pt x="6971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7"/>
          <p:cNvSpPr/>
          <p:nvPr/>
        </p:nvSpPr>
        <p:spPr>
          <a:xfrm>
            <a:off x="520502" y="5937872"/>
            <a:ext cx="122007" cy="137345"/>
          </a:xfrm>
          <a:custGeom>
            <a:rect b="b" l="l" r="r" t="t"/>
            <a:pathLst>
              <a:path extrusionOk="0" h="139437" w="122007">
                <a:moveTo>
                  <a:pt x="92268" y="-2696"/>
                </a:moveTo>
                <a:cubicBezTo>
                  <a:pt x="95509" y="-354"/>
                  <a:pt x="96707" y="3894"/>
                  <a:pt x="95236" y="7598"/>
                </a:cubicBezTo>
                <a:lnTo>
                  <a:pt x="73885" y="61004"/>
                </a:lnTo>
                <a:lnTo>
                  <a:pt x="113292" y="61004"/>
                </a:lnTo>
                <a:cubicBezTo>
                  <a:pt x="116969" y="61004"/>
                  <a:pt x="120237" y="63291"/>
                  <a:pt x="121490" y="66750"/>
                </a:cubicBezTo>
                <a:cubicBezTo>
                  <a:pt x="122742" y="70209"/>
                  <a:pt x="121680" y="74076"/>
                  <a:pt x="118875" y="76418"/>
                </a:cubicBezTo>
                <a:lnTo>
                  <a:pt x="40442" y="141779"/>
                </a:lnTo>
                <a:cubicBezTo>
                  <a:pt x="37365" y="144339"/>
                  <a:pt x="32980" y="144475"/>
                  <a:pt x="29739" y="142133"/>
                </a:cubicBezTo>
                <a:cubicBezTo>
                  <a:pt x="26498" y="139791"/>
                  <a:pt x="25300" y="135542"/>
                  <a:pt x="26771" y="131839"/>
                </a:cubicBezTo>
                <a:lnTo>
                  <a:pt x="48122" y="78433"/>
                </a:lnTo>
                <a:lnTo>
                  <a:pt x="8715" y="78433"/>
                </a:lnTo>
                <a:cubicBezTo>
                  <a:pt x="5038" y="78433"/>
                  <a:pt x="1770" y="76146"/>
                  <a:pt x="517" y="72687"/>
                </a:cubicBezTo>
                <a:cubicBezTo>
                  <a:pt x="-735" y="69228"/>
                  <a:pt x="327" y="65361"/>
                  <a:pt x="3132" y="63019"/>
                </a:cubicBezTo>
                <a:lnTo>
                  <a:pt x="81565" y="-2342"/>
                </a:lnTo>
                <a:cubicBezTo>
                  <a:pt x="84642" y="-4902"/>
                  <a:pt x="89027" y="-5038"/>
                  <a:pt x="92268" y="-2696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7"/>
          <p:cNvSpPr/>
          <p:nvPr/>
        </p:nvSpPr>
        <p:spPr>
          <a:xfrm>
            <a:off x="738372" y="5903495"/>
            <a:ext cx="549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Latenza</a:t>
            </a:r>
            <a:endParaRPr b="0" i="0" sz="1600" u="none" cap="none" strike="noStrike"/>
          </a:p>
        </p:txBody>
      </p:sp>
      <p:sp>
        <p:nvSpPr>
          <p:cNvPr id="495" name="Google Shape;495;p7"/>
          <p:cNvSpPr/>
          <p:nvPr/>
        </p:nvSpPr>
        <p:spPr>
          <a:xfrm>
            <a:off x="494357" y="6178515"/>
            <a:ext cx="3503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Backend risponde in </a:t>
            </a:r>
            <a:r>
              <a:rPr b="1" i="0" lang="en-US" sz="96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millisecondi</a:t>
            </a:r>
            <a:r>
              <a:rPr b="0" i="0" lang="en-US" sz="96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. Latenza totale: rete + PHP ≈ </a:t>
            </a:r>
            <a:r>
              <a:rPr b="1" i="0" lang="en-US" sz="96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200-400ms</a:t>
            </a:r>
            <a:endParaRPr b="0" i="0" sz="1600" u="none" cap="none" strike="noStrike"/>
          </a:p>
        </p:txBody>
      </p:sp>
      <p:sp>
        <p:nvSpPr>
          <p:cNvPr id="496" name="Google Shape;496;p7"/>
          <p:cNvSpPr/>
          <p:nvPr/>
        </p:nvSpPr>
        <p:spPr>
          <a:xfrm>
            <a:off x="4228922" y="5761688"/>
            <a:ext cx="3729933" cy="901328"/>
          </a:xfrm>
          <a:custGeom>
            <a:rect b="b" l="l" r="r" t="t"/>
            <a:pathLst>
              <a:path extrusionOk="0" h="915054" w="3729933">
                <a:moveTo>
                  <a:pt x="69718" y="0"/>
                </a:moveTo>
                <a:lnTo>
                  <a:pt x="3660215" y="0"/>
                </a:lnTo>
                <a:cubicBezTo>
                  <a:pt x="3698719" y="0"/>
                  <a:pt x="3729933" y="31214"/>
                  <a:pt x="3729933" y="69718"/>
                </a:cubicBezTo>
                <a:lnTo>
                  <a:pt x="3729933" y="845336"/>
                </a:lnTo>
                <a:cubicBezTo>
                  <a:pt x="3729933" y="883840"/>
                  <a:pt x="3698719" y="915054"/>
                  <a:pt x="3660215" y="915054"/>
                </a:cubicBezTo>
                <a:lnTo>
                  <a:pt x="69718" y="915054"/>
                </a:lnTo>
                <a:cubicBezTo>
                  <a:pt x="31240" y="915054"/>
                  <a:pt x="0" y="883814"/>
                  <a:pt x="0" y="845336"/>
                </a:cubicBezTo>
                <a:lnTo>
                  <a:pt x="0" y="69718"/>
                </a:lnTo>
                <a:cubicBezTo>
                  <a:pt x="0" y="31240"/>
                  <a:pt x="31240" y="0"/>
                  <a:pt x="6971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7"/>
          <p:cNvSpPr/>
          <p:nvPr/>
        </p:nvSpPr>
        <p:spPr>
          <a:xfrm>
            <a:off x="4390146" y="5937872"/>
            <a:ext cx="139437" cy="137345"/>
          </a:xfrm>
          <a:custGeom>
            <a:rect b="b" l="l" r="r" t="t"/>
            <a:pathLst>
              <a:path extrusionOk="0" h="139437" w="139437">
                <a:moveTo>
                  <a:pt x="69718" y="0"/>
                </a:moveTo>
                <a:cubicBezTo>
                  <a:pt x="108197" y="0"/>
                  <a:pt x="139437" y="31240"/>
                  <a:pt x="139437" y="69718"/>
                </a:cubicBezTo>
                <a:cubicBezTo>
                  <a:pt x="139437" y="108197"/>
                  <a:pt x="108197" y="139437"/>
                  <a:pt x="69718" y="139437"/>
                </a:cubicBezTo>
                <a:cubicBezTo>
                  <a:pt x="31240" y="139437"/>
                  <a:pt x="0" y="108197"/>
                  <a:pt x="0" y="69718"/>
                </a:cubicBezTo>
                <a:cubicBezTo>
                  <a:pt x="0" y="31240"/>
                  <a:pt x="31240" y="0"/>
                  <a:pt x="69718" y="0"/>
                </a:cubicBezTo>
                <a:close/>
                <a:moveTo>
                  <a:pt x="63182" y="32680"/>
                </a:moveTo>
                <a:lnTo>
                  <a:pt x="63182" y="69718"/>
                </a:lnTo>
                <a:cubicBezTo>
                  <a:pt x="63182" y="71897"/>
                  <a:pt x="64272" y="73940"/>
                  <a:pt x="66096" y="75165"/>
                </a:cubicBezTo>
                <a:lnTo>
                  <a:pt x="92241" y="92595"/>
                </a:lnTo>
                <a:cubicBezTo>
                  <a:pt x="95236" y="94610"/>
                  <a:pt x="99294" y="93793"/>
                  <a:pt x="101310" y="90770"/>
                </a:cubicBezTo>
                <a:cubicBezTo>
                  <a:pt x="103325" y="87747"/>
                  <a:pt x="102508" y="83717"/>
                  <a:pt x="99485" y="81701"/>
                </a:cubicBezTo>
                <a:lnTo>
                  <a:pt x="76254" y="66232"/>
                </a:lnTo>
                <a:lnTo>
                  <a:pt x="76254" y="32680"/>
                </a:lnTo>
                <a:cubicBezTo>
                  <a:pt x="76254" y="29058"/>
                  <a:pt x="73340" y="26144"/>
                  <a:pt x="69718" y="26144"/>
                </a:cubicBezTo>
                <a:cubicBezTo>
                  <a:pt x="66096" y="26144"/>
                  <a:pt x="63182" y="29058"/>
                  <a:pt x="63182" y="3268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7"/>
          <p:cNvSpPr/>
          <p:nvPr/>
        </p:nvSpPr>
        <p:spPr>
          <a:xfrm>
            <a:off x="4616730" y="5903495"/>
            <a:ext cx="1141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Controllo Ventola</a:t>
            </a:r>
            <a:endParaRPr b="0" i="0" sz="1600" u="none" cap="none" strike="noStrike"/>
          </a:p>
        </p:txBody>
      </p:sp>
      <p:sp>
        <p:nvSpPr>
          <p:cNvPr id="499" name="Google Shape;499;p7"/>
          <p:cNvSpPr/>
          <p:nvPr/>
        </p:nvSpPr>
        <p:spPr>
          <a:xfrm>
            <a:off x="4372716" y="6178515"/>
            <a:ext cx="3503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Latenza dovuta all'</a:t>
            </a:r>
            <a:r>
              <a:rPr b="1" i="0" lang="en-US" sz="96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intervallo ESP32 (10s)</a:t>
            </a:r>
            <a:r>
              <a:rPr b="0" i="0" lang="en-US" sz="96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, non al backend</a:t>
            </a:r>
            <a:endParaRPr b="0" i="0" sz="1600" u="none" cap="none" strike="noStrike"/>
          </a:p>
        </p:txBody>
      </p:sp>
      <p:sp>
        <p:nvSpPr>
          <p:cNvPr id="500" name="Google Shape;500;p7"/>
          <p:cNvSpPr/>
          <p:nvPr/>
        </p:nvSpPr>
        <p:spPr>
          <a:xfrm>
            <a:off x="8107282" y="5761688"/>
            <a:ext cx="3729933" cy="901328"/>
          </a:xfrm>
          <a:custGeom>
            <a:rect b="b" l="l" r="r" t="t"/>
            <a:pathLst>
              <a:path extrusionOk="0" h="915054" w="3729933">
                <a:moveTo>
                  <a:pt x="69718" y="0"/>
                </a:moveTo>
                <a:lnTo>
                  <a:pt x="3660215" y="0"/>
                </a:lnTo>
                <a:cubicBezTo>
                  <a:pt x="3698719" y="0"/>
                  <a:pt x="3729933" y="31214"/>
                  <a:pt x="3729933" y="69718"/>
                </a:cubicBezTo>
                <a:lnTo>
                  <a:pt x="3729933" y="845336"/>
                </a:lnTo>
                <a:cubicBezTo>
                  <a:pt x="3729933" y="883840"/>
                  <a:pt x="3698719" y="915054"/>
                  <a:pt x="3660215" y="915054"/>
                </a:cubicBezTo>
                <a:lnTo>
                  <a:pt x="69718" y="915054"/>
                </a:lnTo>
                <a:cubicBezTo>
                  <a:pt x="31240" y="915054"/>
                  <a:pt x="0" y="883814"/>
                  <a:pt x="0" y="845336"/>
                </a:cubicBezTo>
                <a:lnTo>
                  <a:pt x="0" y="69718"/>
                </a:lnTo>
                <a:cubicBezTo>
                  <a:pt x="0" y="31240"/>
                  <a:pt x="31240" y="0"/>
                  <a:pt x="6971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7"/>
          <p:cNvSpPr/>
          <p:nvPr/>
        </p:nvSpPr>
        <p:spPr>
          <a:xfrm>
            <a:off x="8285935" y="5937872"/>
            <a:ext cx="104578" cy="137345"/>
          </a:xfrm>
          <a:custGeom>
            <a:rect b="b" l="l" r="r" t="t"/>
            <a:pathLst>
              <a:path extrusionOk="0" h="139437" w="104578">
                <a:moveTo>
                  <a:pt x="79768" y="104578"/>
                </a:moveTo>
                <a:cubicBezTo>
                  <a:pt x="81756" y="98504"/>
                  <a:pt x="85732" y="93003"/>
                  <a:pt x="90225" y="88265"/>
                </a:cubicBezTo>
                <a:cubicBezTo>
                  <a:pt x="99131" y="78896"/>
                  <a:pt x="104578" y="66232"/>
                  <a:pt x="104578" y="52289"/>
                </a:cubicBezTo>
                <a:cubicBezTo>
                  <a:pt x="104578" y="23421"/>
                  <a:pt x="81157" y="0"/>
                  <a:pt x="52289" y="0"/>
                </a:cubicBezTo>
                <a:cubicBezTo>
                  <a:pt x="23421" y="0"/>
                  <a:pt x="0" y="23421"/>
                  <a:pt x="0" y="52289"/>
                </a:cubicBezTo>
                <a:cubicBezTo>
                  <a:pt x="0" y="66232"/>
                  <a:pt x="5447" y="78896"/>
                  <a:pt x="14352" y="88265"/>
                </a:cubicBezTo>
                <a:cubicBezTo>
                  <a:pt x="18846" y="93003"/>
                  <a:pt x="22849" y="98504"/>
                  <a:pt x="24810" y="104578"/>
                </a:cubicBezTo>
                <a:lnTo>
                  <a:pt x="79740" y="104578"/>
                </a:lnTo>
                <a:close/>
                <a:moveTo>
                  <a:pt x="78433" y="117650"/>
                </a:moveTo>
                <a:lnTo>
                  <a:pt x="26144" y="117650"/>
                </a:lnTo>
                <a:lnTo>
                  <a:pt x="26144" y="122007"/>
                </a:lnTo>
                <a:cubicBezTo>
                  <a:pt x="26144" y="134044"/>
                  <a:pt x="35894" y="143794"/>
                  <a:pt x="47931" y="143794"/>
                </a:cubicBezTo>
                <a:lnTo>
                  <a:pt x="56646" y="143794"/>
                </a:lnTo>
                <a:cubicBezTo>
                  <a:pt x="68683" y="143794"/>
                  <a:pt x="78433" y="134044"/>
                  <a:pt x="78433" y="122007"/>
                </a:cubicBezTo>
                <a:lnTo>
                  <a:pt x="78433" y="117650"/>
                </a:lnTo>
                <a:close/>
                <a:moveTo>
                  <a:pt x="50110" y="30502"/>
                </a:moveTo>
                <a:cubicBezTo>
                  <a:pt x="39271" y="30502"/>
                  <a:pt x="30502" y="39271"/>
                  <a:pt x="30502" y="50110"/>
                </a:cubicBezTo>
                <a:cubicBezTo>
                  <a:pt x="30502" y="53732"/>
                  <a:pt x="27588" y="56646"/>
                  <a:pt x="23966" y="56646"/>
                </a:cubicBezTo>
                <a:cubicBezTo>
                  <a:pt x="20344" y="56646"/>
                  <a:pt x="17430" y="53732"/>
                  <a:pt x="17430" y="50110"/>
                </a:cubicBezTo>
                <a:cubicBezTo>
                  <a:pt x="17430" y="32054"/>
                  <a:pt x="32054" y="17430"/>
                  <a:pt x="50110" y="17430"/>
                </a:cubicBezTo>
                <a:cubicBezTo>
                  <a:pt x="53732" y="17430"/>
                  <a:pt x="56646" y="20344"/>
                  <a:pt x="56646" y="23966"/>
                </a:cubicBezTo>
                <a:cubicBezTo>
                  <a:pt x="56646" y="27588"/>
                  <a:pt x="53732" y="30502"/>
                  <a:pt x="50110" y="3050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7"/>
          <p:cNvSpPr/>
          <p:nvPr/>
        </p:nvSpPr>
        <p:spPr>
          <a:xfrm>
            <a:off x="8495090" y="5903495"/>
            <a:ext cx="5229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Pattern</a:t>
            </a:r>
            <a:endParaRPr b="0" i="0" sz="1600" u="none" cap="none" strike="noStrike"/>
          </a:p>
        </p:txBody>
      </p:sp>
      <p:sp>
        <p:nvSpPr>
          <p:cNvPr id="503" name="Google Shape;503;p7"/>
          <p:cNvSpPr/>
          <p:nvPr/>
        </p:nvSpPr>
        <p:spPr>
          <a:xfrm>
            <a:off x="8251076" y="6178515"/>
            <a:ext cx="3503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"Command-in-Response"</a:t>
            </a:r>
            <a:r>
              <a:rPr b="0" i="0" lang="en-US" sz="96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— evita endpoint </a:t>
            </a:r>
            <a:r>
              <a:rPr b="0" i="0" lang="en-US" sz="96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/device/command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Analisi Economica — Quanto costa davvero HomeHero?</a:t>
            </a:r>
            <a:endParaRPr b="0" i="0" sz="1600" u="none" cap="none" strike="noStrike"/>
          </a:p>
        </p:txBody>
      </p:sp>
      <p:sp>
        <p:nvSpPr>
          <p:cNvPr id="510" name="Google Shape;510;p11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511" name="Google Shape;511;p11"/>
          <p:cNvSpPr/>
          <p:nvPr/>
        </p:nvSpPr>
        <p:spPr>
          <a:xfrm>
            <a:off x="385763" y="1033462"/>
            <a:ext cx="5591175" cy="2790825"/>
          </a:xfrm>
          <a:custGeom>
            <a:rect b="b" l="l" r="r" t="t"/>
            <a:pathLst>
              <a:path extrusionOk="0" h="2790825" w="5591175">
                <a:moveTo>
                  <a:pt x="114312" y="0"/>
                </a:moveTo>
                <a:lnTo>
                  <a:pt x="5476863" y="0"/>
                </a:lnTo>
                <a:cubicBezTo>
                  <a:pt x="5539996" y="0"/>
                  <a:pt x="5591175" y="51179"/>
                  <a:pt x="5591175" y="114312"/>
                </a:cubicBezTo>
                <a:lnTo>
                  <a:pt x="5591175" y="2676513"/>
                </a:lnTo>
                <a:cubicBezTo>
                  <a:pt x="5591175" y="2739646"/>
                  <a:pt x="5539996" y="2790825"/>
                  <a:pt x="5476863" y="2790825"/>
                </a:cubicBezTo>
                <a:lnTo>
                  <a:pt x="114312" y="2790825"/>
                </a:lnTo>
                <a:cubicBezTo>
                  <a:pt x="51179" y="2790825"/>
                  <a:pt x="0" y="2739646"/>
                  <a:pt x="0" y="2676513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623888" y="1266825"/>
            <a:ext cx="200025" cy="228600"/>
          </a:xfrm>
          <a:custGeom>
            <a:rect b="b" l="l" r="r" t="t"/>
            <a:pathLst>
              <a:path extrusionOk="0" h="228600" w="200025">
                <a:moveTo>
                  <a:pt x="32727" y="85725"/>
                </a:moveTo>
                <a:cubicBezTo>
                  <a:pt x="45006" y="44425"/>
                  <a:pt x="83269" y="14288"/>
                  <a:pt x="128588" y="14288"/>
                </a:cubicBezTo>
                <a:lnTo>
                  <a:pt x="157163" y="14288"/>
                </a:lnTo>
                <a:cubicBezTo>
                  <a:pt x="165065" y="14288"/>
                  <a:pt x="171450" y="20672"/>
                  <a:pt x="171450" y="28575"/>
                </a:cubicBezTo>
                <a:cubicBezTo>
                  <a:pt x="171450" y="36478"/>
                  <a:pt x="165065" y="42863"/>
                  <a:pt x="157163" y="42863"/>
                </a:cubicBezTo>
                <a:lnTo>
                  <a:pt x="128588" y="42863"/>
                </a:lnTo>
                <a:cubicBezTo>
                  <a:pt x="99298" y="42863"/>
                  <a:pt x="74116" y="60499"/>
                  <a:pt x="63088" y="85725"/>
                </a:cubicBezTo>
                <a:lnTo>
                  <a:pt x="121444" y="85725"/>
                </a:lnTo>
                <a:cubicBezTo>
                  <a:pt x="127382" y="85725"/>
                  <a:pt x="132159" y="90502"/>
                  <a:pt x="132159" y="96441"/>
                </a:cubicBezTo>
                <a:cubicBezTo>
                  <a:pt x="132159" y="102379"/>
                  <a:pt x="127382" y="107156"/>
                  <a:pt x="121444" y="107156"/>
                </a:cubicBezTo>
                <a:lnTo>
                  <a:pt x="57507" y="107156"/>
                </a:lnTo>
                <a:cubicBezTo>
                  <a:pt x="57284" y="109523"/>
                  <a:pt x="57150" y="111889"/>
                  <a:pt x="57150" y="114300"/>
                </a:cubicBezTo>
                <a:cubicBezTo>
                  <a:pt x="57150" y="116711"/>
                  <a:pt x="57284" y="119077"/>
                  <a:pt x="57507" y="121444"/>
                </a:cubicBezTo>
                <a:lnTo>
                  <a:pt x="121444" y="121444"/>
                </a:lnTo>
                <a:cubicBezTo>
                  <a:pt x="127382" y="121444"/>
                  <a:pt x="132159" y="126221"/>
                  <a:pt x="132159" y="132159"/>
                </a:cubicBezTo>
                <a:cubicBezTo>
                  <a:pt x="132159" y="138098"/>
                  <a:pt x="127382" y="142875"/>
                  <a:pt x="121444" y="142875"/>
                </a:cubicBezTo>
                <a:lnTo>
                  <a:pt x="63088" y="142875"/>
                </a:lnTo>
                <a:cubicBezTo>
                  <a:pt x="74116" y="168101"/>
                  <a:pt x="99298" y="185738"/>
                  <a:pt x="128588" y="185738"/>
                </a:cubicBezTo>
                <a:lnTo>
                  <a:pt x="157163" y="185738"/>
                </a:lnTo>
                <a:cubicBezTo>
                  <a:pt x="165065" y="185738"/>
                  <a:pt x="171450" y="192122"/>
                  <a:pt x="171450" y="200025"/>
                </a:cubicBezTo>
                <a:cubicBezTo>
                  <a:pt x="171450" y="207928"/>
                  <a:pt x="165065" y="214313"/>
                  <a:pt x="157163" y="214313"/>
                </a:cubicBezTo>
                <a:lnTo>
                  <a:pt x="128588" y="214313"/>
                </a:lnTo>
                <a:cubicBezTo>
                  <a:pt x="83269" y="214313"/>
                  <a:pt x="45006" y="184175"/>
                  <a:pt x="32727" y="142875"/>
                </a:cubicBezTo>
                <a:lnTo>
                  <a:pt x="17859" y="142875"/>
                </a:lnTo>
                <a:cubicBezTo>
                  <a:pt x="11921" y="142875"/>
                  <a:pt x="7144" y="138098"/>
                  <a:pt x="7144" y="132159"/>
                </a:cubicBezTo>
                <a:cubicBezTo>
                  <a:pt x="7144" y="126221"/>
                  <a:pt x="11921" y="121444"/>
                  <a:pt x="17859" y="121444"/>
                </a:cubicBezTo>
                <a:lnTo>
                  <a:pt x="28843" y="121444"/>
                </a:lnTo>
                <a:cubicBezTo>
                  <a:pt x="28530" y="116756"/>
                  <a:pt x="28530" y="111844"/>
                  <a:pt x="28843" y="107156"/>
                </a:cubicBezTo>
                <a:lnTo>
                  <a:pt x="17859" y="107156"/>
                </a:lnTo>
                <a:cubicBezTo>
                  <a:pt x="11921" y="107156"/>
                  <a:pt x="7144" y="102379"/>
                  <a:pt x="7144" y="96441"/>
                </a:cubicBezTo>
                <a:cubicBezTo>
                  <a:pt x="7144" y="90502"/>
                  <a:pt x="11921" y="85725"/>
                  <a:pt x="17859" y="85725"/>
                </a:cubicBezTo>
                <a:lnTo>
                  <a:pt x="32727" y="85725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981075" y="1228725"/>
            <a:ext cx="2619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Tabella Riassuntiva Costi</a:t>
            </a:r>
            <a:endParaRPr b="0" i="0" sz="1600" u="none" cap="none" strike="noStrike"/>
          </a:p>
        </p:txBody>
      </p:sp>
      <p:sp>
        <p:nvSpPr>
          <p:cNvPr id="514" name="Google Shape;514;p11"/>
          <p:cNvSpPr/>
          <p:nvPr/>
        </p:nvSpPr>
        <p:spPr>
          <a:xfrm>
            <a:off x="581025" y="1685925"/>
            <a:ext cx="5200650" cy="495300"/>
          </a:xfrm>
          <a:custGeom>
            <a:rect b="b" l="l" r="r" t="t"/>
            <a:pathLst>
              <a:path extrusionOk="0" h="4953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714375" y="1857375"/>
            <a:ext cx="152400" cy="152400"/>
          </a:xfrm>
          <a:custGeom>
            <a:rect b="b" l="l" r="r" t="t"/>
            <a:pathLst>
              <a:path extrusionOk="0" h="152400" w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1000125" y="1819275"/>
            <a:ext cx="2038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Hardware (componenti fisici)</a:t>
            </a:r>
            <a:endParaRPr b="0" i="0" sz="1600" u="none" cap="none" strike="noStrike"/>
          </a:p>
        </p:txBody>
      </p:sp>
      <p:sp>
        <p:nvSpPr>
          <p:cNvPr id="517" name="Google Shape;517;p11"/>
          <p:cNvSpPr/>
          <p:nvPr/>
        </p:nvSpPr>
        <p:spPr>
          <a:xfrm>
            <a:off x="4995863" y="1800225"/>
            <a:ext cx="771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€ 68,50</a:t>
            </a:r>
            <a:endParaRPr b="0" i="0" sz="1600" u="none" cap="none" strike="noStrike"/>
          </a:p>
        </p:txBody>
      </p:sp>
      <p:sp>
        <p:nvSpPr>
          <p:cNvPr id="518" name="Google Shape;518;p11"/>
          <p:cNvSpPr/>
          <p:nvPr/>
        </p:nvSpPr>
        <p:spPr>
          <a:xfrm>
            <a:off x="581025" y="2295525"/>
            <a:ext cx="5200650" cy="495300"/>
          </a:xfrm>
          <a:custGeom>
            <a:rect b="b" l="l" r="r" t="t"/>
            <a:pathLst>
              <a:path extrusionOk="0" h="4953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704850" y="2466975"/>
            <a:ext cx="171450" cy="152400"/>
          </a:xfrm>
          <a:custGeom>
            <a:rect b="b" l="l" r="r" t="t"/>
            <a:pathLst>
              <a:path extrusionOk="0" h="152400" w="17145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1000125" y="2428875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Cloud e software (2,5 mesi)</a:t>
            </a:r>
            <a:endParaRPr b="0" i="0" sz="1600" u="none" cap="none" strike="noStrike"/>
          </a:p>
        </p:txBody>
      </p:sp>
      <p:sp>
        <p:nvSpPr>
          <p:cNvPr id="521" name="Google Shape;521;p11"/>
          <p:cNvSpPr/>
          <p:nvPr/>
        </p:nvSpPr>
        <p:spPr>
          <a:xfrm>
            <a:off x="5039767" y="2409825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€ 12,50</a:t>
            </a:r>
            <a:endParaRPr b="0" i="0" sz="1600" u="none" cap="none" strike="noStrike"/>
          </a:p>
        </p:txBody>
      </p:sp>
      <p:sp>
        <p:nvSpPr>
          <p:cNvPr id="522" name="Google Shape;522;p11"/>
          <p:cNvSpPr/>
          <p:nvPr/>
        </p:nvSpPr>
        <p:spPr>
          <a:xfrm>
            <a:off x="581025" y="2914650"/>
            <a:ext cx="5200650" cy="19050"/>
          </a:xfrm>
          <a:custGeom>
            <a:rect b="b" l="l" r="r" t="t"/>
            <a:pathLst>
              <a:path extrusionOk="0" h="19050" w="5200650">
                <a:moveTo>
                  <a:pt x="0" y="0"/>
                </a:moveTo>
                <a:lnTo>
                  <a:pt x="5200650" y="0"/>
                </a:lnTo>
                <a:lnTo>
                  <a:pt x="52006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523" name="Google Shape;523;p11"/>
          <p:cNvSpPr/>
          <p:nvPr/>
        </p:nvSpPr>
        <p:spPr>
          <a:xfrm>
            <a:off x="585788" y="3043238"/>
            <a:ext cx="5191125" cy="581025"/>
          </a:xfrm>
          <a:custGeom>
            <a:rect b="b" l="l" r="r" t="t"/>
            <a:pathLst>
              <a:path extrusionOk="0" h="581025" w="5191125">
                <a:moveTo>
                  <a:pt x="76201" y="0"/>
                </a:moveTo>
                <a:lnTo>
                  <a:pt x="5114924" y="0"/>
                </a:lnTo>
                <a:cubicBezTo>
                  <a:pt x="5156980" y="0"/>
                  <a:pt x="5191125" y="34145"/>
                  <a:pt x="5191125" y="76201"/>
                </a:cubicBezTo>
                <a:lnTo>
                  <a:pt x="5191125" y="504824"/>
                </a:lnTo>
                <a:cubicBezTo>
                  <a:pt x="5191125" y="546880"/>
                  <a:pt x="5156980" y="581025"/>
                  <a:pt x="511492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742950" y="3257550"/>
            <a:ext cx="114300" cy="152400"/>
          </a:xfrm>
          <a:custGeom>
            <a:rect b="b" l="l" r="r" t="t"/>
            <a:pathLst>
              <a:path extrusionOk="0" h="152400" w="1143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1009650" y="3200400"/>
            <a:ext cx="1647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Totale costi materiali</a:t>
            </a:r>
            <a:endParaRPr b="0" i="0" sz="1600" u="none" cap="none" strike="noStrike"/>
          </a:p>
        </p:txBody>
      </p:sp>
      <p:sp>
        <p:nvSpPr>
          <p:cNvPr id="526" name="Google Shape;526;p11"/>
          <p:cNvSpPr/>
          <p:nvPr/>
        </p:nvSpPr>
        <p:spPr>
          <a:xfrm>
            <a:off x="4689425" y="3162300"/>
            <a:ext cx="1114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€ 81,00</a:t>
            </a:r>
            <a:endParaRPr b="0" i="0" sz="1600" u="none" cap="none" strike="noStrike"/>
          </a:p>
        </p:txBody>
      </p:sp>
      <p:sp>
        <p:nvSpPr>
          <p:cNvPr id="527" name="Google Shape;527;p11"/>
          <p:cNvSpPr/>
          <p:nvPr/>
        </p:nvSpPr>
        <p:spPr>
          <a:xfrm>
            <a:off x="385763" y="3986213"/>
            <a:ext cx="5591175" cy="2486025"/>
          </a:xfrm>
          <a:custGeom>
            <a:rect b="b" l="l" r="r" t="t"/>
            <a:pathLst>
              <a:path extrusionOk="0" h="2486025" w="559117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2371718"/>
                </a:lnTo>
                <a:cubicBezTo>
                  <a:pt x="5591175" y="2434848"/>
                  <a:pt x="5539998" y="2486025"/>
                  <a:pt x="5476868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581025" y="4219575"/>
            <a:ext cx="285750" cy="228600"/>
          </a:xfrm>
          <a:custGeom>
            <a:rect b="b" l="l" r="r" t="t"/>
            <a:pathLst>
              <a:path extrusionOk="0" h="228600" w="28575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981075" y="4181475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Stima Lavoro Umano</a:t>
            </a:r>
            <a:endParaRPr b="0" i="0" sz="1600" u="none" cap="none" strike="noStrike"/>
          </a:p>
        </p:txBody>
      </p:sp>
      <p:sp>
        <p:nvSpPr>
          <p:cNvPr id="530" name="Google Shape;530;p11"/>
          <p:cNvSpPr/>
          <p:nvPr/>
        </p:nvSpPr>
        <p:spPr>
          <a:xfrm>
            <a:off x="581025" y="4638675"/>
            <a:ext cx="5200650" cy="647700"/>
          </a:xfrm>
          <a:custGeom>
            <a:rect b="b" l="l" r="r" t="t"/>
            <a:pathLst>
              <a:path extrusionOk="0" h="6477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"/>
          <p:cNvSpPr/>
          <p:nvPr/>
        </p:nvSpPr>
        <p:spPr>
          <a:xfrm>
            <a:off x="695325" y="4752975"/>
            <a:ext cx="1266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Studenti (~€19/h)</a:t>
            </a:r>
            <a:endParaRPr b="0" i="0" sz="1600" u="none" cap="none" strike="noStrike"/>
          </a:p>
        </p:txBody>
      </p:sp>
      <p:sp>
        <p:nvSpPr>
          <p:cNvPr id="532" name="Google Shape;532;p11"/>
          <p:cNvSpPr/>
          <p:nvPr/>
        </p:nvSpPr>
        <p:spPr>
          <a:xfrm>
            <a:off x="695325" y="4981575"/>
            <a:ext cx="125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Stima realistica</a:t>
            </a:r>
            <a:endParaRPr b="0" i="0" sz="1600" u="none" cap="none" strike="noStrike"/>
          </a:p>
        </p:txBody>
      </p:sp>
      <p:sp>
        <p:nvSpPr>
          <p:cNvPr id="533" name="Google Shape;533;p11"/>
          <p:cNvSpPr/>
          <p:nvPr/>
        </p:nvSpPr>
        <p:spPr>
          <a:xfrm>
            <a:off x="4996309" y="4829175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€ 2.830</a:t>
            </a:r>
            <a:endParaRPr b="0" i="0" sz="1600" u="none" cap="none" strike="noStrike"/>
          </a:p>
        </p:txBody>
      </p:sp>
      <p:sp>
        <p:nvSpPr>
          <p:cNvPr id="534" name="Google Shape;534;p11"/>
          <p:cNvSpPr/>
          <p:nvPr/>
        </p:nvSpPr>
        <p:spPr>
          <a:xfrm>
            <a:off x="581025" y="5400675"/>
            <a:ext cx="5200650" cy="647700"/>
          </a:xfrm>
          <a:custGeom>
            <a:rect b="b" l="l" r="r" t="t"/>
            <a:pathLst>
              <a:path extrusionOk="0" h="6477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1"/>
          <p:cNvSpPr/>
          <p:nvPr/>
        </p:nvSpPr>
        <p:spPr>
          <a:xfrm>
            <a:off x="695325" y="5514975"/>
            <a:ext cx="1628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Professionisti (~€47/h)</a:t>
            </a:r>
            <a:endParaRPr b="0" i="0" sz="1600" u="none" cap="none" strike="noStrike"/>
          </a:p>
        </p:txBody>
      </p:sp>
      <p:sp>
        <p:nvSpPr>
          <p:cNvPr id="536" name="Google Shape;536;p11"/>
          <p:cNvSpPr/>
          <p:nvPr/>
        </p:nvSpPr>
        <p:spPr>
          <a:xfrm>
            <a:off x="695325" y="574357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Stima commerciale</a:t>
            </a:r>
            <a:endParaRPr b="0" i="0" sz="1600" u="none" cap="none" strike="noStrike"/>
          </a:p>
        </p:txBody>
      </p:sp>
      <p:sp>
        <p:nvSpPr>
          <p:cNvPr id="537" name="Google Shape;537;p11"/>
          <p:cNvSpPr/>
          <p:nvPr/>
        </p:nvSpPr>
        <p:spPr>
          <a:xfrm>
            <a:off x="5027861" y="5591175"/>
            <a:ext cx="733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€ 7.425</a:t>
            </a:r>
            <a:endParaRPr b="0" i="0" sz="1600" u="none" cap="none" strike="noStrike"/>
          </a:p>
        </p:txBody>
      </p:sp>
      <p:sp>
        <p:nvSpPr>
          <p:cNvPr id="538" name="Google Shape;538;p11"/>
          <p:cNvSpPr/>
          <p:nvPr/>
        </p:nvSpPr>
        <p:spPr>
          <a:xfrm>
            <a:off x="6197938" y="1428762"/>
            <a:ext cx="5591175" cy="4505325"/>
          </a:xfrm>
          <a:custGeom>
            <a:rect b="b" l="l" r="r" t="t"/>
            <a:pathLst>
              <a:path extrusionOk="0" h="4505325" w="5591175">
                <a:moveTo>
                  <a:pt x="114300" y="0"/>
                </a:moveTo>
                <a:lnTo>
                  <a:pt x="5476875" y="0"/>
                </a:lnTo>
                <a:cubicBezTo>
                  <a:pt x="5540001" y="0"/>
                  <a:pt x="5591175" y="51174"/>
                  <a:pt x="5591175" y="114300"/>
                </a:cubicBezTo>
                <a:lnTo>
                  <a:pt x="5591175" y="4391025"/>
                </a:lnTo>
                <a:cubicBezTo>
                  <a:pt x="5591175" y="4454151"/>
                  <a:pt x="5540001" y="4505325"/>
                  <a:pt x="5476875" y="4505325"/>
                </a:cubicBezTo>
                <a:lnTo>
                  <a:pt x="114300" y="4505325"/>
                </a:lnTo>
                <a:cubicBezTo>
                  <a:pt x="51174" y="4505325"/>
                  <a:pt x="0" y="4454151"/>
                  <a:pt x="0" y="43910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1"/>
          <p:cNvSpPr/>
          <p:nvPr/>
        </p:nvSpPr>
        <p:spPr>
          <a:xfrm>
            <a:off x="6421775" y="1662125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6793250" y="1624025"/>
            <a:ext cx="216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Break-even Analysis</a:t>
            </a:r>
            <a:endParaRPr b="0" i="0" sz="1600" u="none" cap="none" strike="noStrike"/>
          </a:p>
        </p:txBody>
      </p:sp>
      <p:sp>
        <p:nvSpPr>
          <p:cNvPr id="541" name="Google Shape;541;p11"/>
          <p:cNvSpPr/>
          <p:nvPr/>
        </p:nvSpPr>
        <p:spPr>
          <a:xfrm>
            <a:off x="6393200" y="2081225"/>
            <a:ext cx="5200650" cy="685800"/>
          </a:xfrm>
          <a:custGeom>
            <a:rect b="b" l="l" r="r" t="t"/>
            <a:pathLst>
              <a:path extrusionOk="0" h="685800" w="520065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6545600" y="2271725"/>
            <a:ext cx="18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Prezzo di vendita ipotetico</a:t>
            </a:r>
            <a:endParaRPr b="0" i="0" sz="1600" u="none" cap="none" strike="noStrike"/>
          </a:p>
        </p:txBody>
      </p:sp>
      <p:sp>
        <p:nvSpPr>
          <p:cNvPr id="543" name="Google Shape;543;p11"/>
          <p:cNvSpPr/>
          <p:nvPr/>
        </p:nvSpPr>
        <p:spPr>
          <a:xfrm>
            <a:off x="10383877" y="2233625"/>
            <a:ext cx="117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€ 89/unità</a:t>
            </a:r>
            <a:endParaRPr b="0" i="0" sz="1600" u="none" cap="none" strike="noStrike"/>
          </a:p>
        </p:txBody>
      </p:sp>
      <p:sp>
        <p:nvSpPr>
          <p:cNvPr id="544" name="Google Shape;544;p11"/>
          <p:cNvSpPr/>
          <p:nvPr/>
        </p:nvSpPr>
        <p:spPr>
          <a:xfrm>
            <a:off x="6393200" y="2919425"/>
            <a:ext cx="5200650" cy="685800"/>
          </a:xfrm>
          <a:custGeom>
            <a:rect b="b" l="l" r="r" t="t"/>
            <a:pathLst>
              <a:path extrusionOk="0" h="685800" w="520065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6545600" y="3109925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Unità necessarie break-even (anno 1)</a:t>
            </a:r>
            <a:endParaRPr b="0" i="0" sz="1600" u="none" cap="none" strike="noStrike"/>
          </a:p>
        </p:txBody>
      </p:sp>
      <p:sp>
        <p:nvSpPr>
          <p:cNvPr id="546" name="Google Shape;546;p11"/>
          <p:cNvSpPr/>
          <p:nvPr/>
        </p:nvSpPr>
        <p:spPr>
          <a:xfrm>
            <a:off x="10403076" y="3071825"/>
            <a:ext cx="11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~140 unità</a:t>
            </a:r>
            <a:endParaRPr b="0" i="0" sz="1600" u="none" cap="none" strike="noStrike"/>
          </a:p>
        </p:txBody>
      </p:sp>
      <p:sp>
        <p:nvSpPr>
          <p:cNvPr id="547" name="Google Shape;547;p11"/>
          <p:cNvSpPr/>
          <p:nvPr/>
        </p:nvSpPr>
        <p:spPr>
          <a:xfrm>
            <a:off x="6393200" y="3757625"/>
            <a:ext cx="5200650" cy="1343025"/>
          </a:xfrm>
          <a:custGeom>
            <a:rect b="b" l="l" r="r" t="t"/>
            <a:pathLst>
              <a:path extrusionOk="0" h="1343025" w="5200650">
                <a:moveTo>
                  <a:pt x="76203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1266822"/>
                </a:lnTo>
                <a:cubicBezTo>
                  <a:pt x="5200650" y="1308908"/>
                  <a:pt x="5166533" y="1343025"/>
                  <a:pt x="5124447" y="1343025"/>
                </a:cubicBezTo>
                <a:lnTo>
                  <a:pt x="76203" y="1343025"/>
                </a:lnTo>
                <a:cubicBezTo>
                  <a:pt x="34117" y="1343025"/>
                  <a:pt x="0" y="1308908"/>
                  <a:pt x="0" y="12668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6545600" y="3910025"/>
            <a:ext cx="497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Costo variabile per unità:</a:t>
            </a:r>
            <a:endParaRPr b="0" i="0" sz="1600" u="none" cap="none" strike="noStrike"/>
          </a:p>
        </p:txBody>
      </p:sp>
      <p:sp>
        <p:nvSpPr>
          <p:cNvPr id="549" name="Google Shape;549;p11"/>
          <p:cNvSpPr/>
          <p:nvPr/>
        </p:nvSpPr>
        <p:spPr>
          <a:xfrm>
            <a:off x="6545600" y="4233875"/>
            <a:ext cx="6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Hardware:</a:t>
            </a:r>
            <a:endParaRPr b="0" i="0" sz="1600" u="none" cap="none" strike="noStrike"/>
          </a:p>
        </p:txBody>
      </p:sp>
      <p:sp>
        <p:nvSpPr>
          <p:cNvPr id="550" name="Google Shape;550;p11"/>
          <p:cNvSpPr/>
          <p:nvPr/>
        </p:nvSpPr>
        <p:spPr>
          <a:xfrm>
            <a:off x="7227828" y="4214825"/>
            <a:ext cx="6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~€ 68,50</a:t>
            </a:r>
            <a:endParaRPr b="0" i="0" sz="1600" u="none" cap="none" strike="noStrike"/>
          </a:p>
        </p:txBody>
      </p:sp>
      <p:sp>
        <p:nvSpPr>
          <p:cNvPr id="551" name="Google Shape;551;p11"/>
          <p:cNvSpPr/>
          <p:nvPr/>
        </p:nvSpPr>
        <p:spPr>
          <a:xfrm>
            <a:off x="7998163" y="4214825"/>
            <a:ext cx="1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+</a:t>
            </a:r>
            <a:endParaRPr b="0" i="0" sz="1600" u="none" cap="none" strike="noStrike"/>
          </a:p>
        </p:txBody>
      </p:sp>
      <p:sp>
        <p:nvSpPr>
          <p:cNvPr id="552" name="Google Shape;552;p11"/>
          <p:cNvSpPr/>
          <p:nvPr/>
        </p:nvSpPr>
        <p:spPr>
          <a:xfrm>
            <a:off x="8235097" y="4233875"/>
            <a:ext cx="6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Shipping:</a:t>
            </a:r>
            <a:endParaRPr b="0" i="0" sz="1600" u="none" cap="none" strike="noStrike"/>
          </a:p>
        </p:txBody>
      </p:sp>
      <p:sp>
        <p:nvSpPr>
          <p:cNvPr id="553" name="Google Shape;553;p11"/>
          <p:cNvSpPr/>
          <p:nvPr/>
        </p:nvSpPr>
        <p:spPr>
          <a:xfrm>
            <a:off x="8864491" y="4214825"/>
            <a:ext cx="60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~€ 8,50</a:t>
            </a:r>
            <a:endParaRPr b="0" i="0" sz="1600" u="none" cap="none" strike="noStrike"/>
          </a:p>
        </p:txBody>
      </p:sp>
      <p:sp>
        <p:nvSpPr>
          <p:cNvPr id="554" name="Google Shape;554;p11"/>
          <p:cNvSpPr/>
          <p:nvPr/>
        </p:nvSpPr>
        <p:spPr>
          <a:xfrm>
            <a:off x="9543594" y="4214825"/>
            <a:ext cx="1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=</a:t>
            </a:r>
            <a:endParaRPr b="0" i="0" sz="1600" u="none" cap="none" strike="noStrike"/>
          </a:p>
        </p:txBody>
      </p:sp>
      <p:sp>
        <p:nvSpPr>
          <p:cNvPr id="555" name="Google Shape;555;p11"/>
          <p:cNvSpPr/>
          <p:nvPr/>
        </p:nvSpPr>
        <p:spPr>
          <a:xfrm>
            <a:off x="9780528" y="4214825"/>
            <a:ext cx="36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€ 77</a:t>
            </a:r>
            <a:endParaRPr b="0" i="0" sz="1600" u="none" cap="none" strike="noStrike"/>
          </a:p>
        </p:txBody>
      </p:sp>
      <p:sp>
        <p:nvSpPr>
          <p:cNvPr id="556" name="Google Shape;556;p11"/>
          <p:cNvSpPr/>
          <p:nvPr/>
        </p:nvSpPr>
        <p:spPr>
          <a:xfrm>
            <a:off x="6545600" y="4562488"/>
            <a:ext cx="4895850" cy="9525"/>
          </a:xfrm>
          <a:custGeom>
            <a:rect b="b" l="l" r="r" t="t"/>
            <a:pathLst>
              <a:path extrusionOk="0" h="9525" w="4895850">
                <a:moveTo>
                  <a:pt x="0" y="0"/>
                </a:moveTo>
                <a:lnTo>
                  <a:pt x="4895850" y="0"/>
                </a:lnTo>
                <a:lnTo>
                  <a:pt x="48958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557" name="Google Shape;557;p11"/>
          <p:cNvSpPr/>
          <p:nvPr/>
        </p:nvSpPr>
        <p:spPr>
          <a:xfrm>
            <a:off x="6545600" y="4700600"/>
            <a:ext cx="12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Margine per unità</a:t>
            </a:r>
            <a:endParaRPr b="0" i="0" sz="1600" u="none" cap="none" strike="noStrike"/>
          </a:p>
        </p:txBody>
      </p:sp>
      <p:sp>
        <p:nvSpPr>
          <p:cNvPr id="558" name="Google Shape;558;p11"/>
          <p:cNvSpPr/>
          <p:nvPr/>
        </p:nvSpPr>
        <p:spPr>
          <a:xfrm>
            <a:off x="10604143" y="4681550"/>
            <a:ext cx="93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€ 12/unità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"/>
          <p:cNvSpPr/>
          <p:nvPr/>
        </p:nvSpPr>
        <p:spPr>
          <a:xfrm>
            <a:off x="360443" y="360443"/>
            <a:ext cx="11633313" cy="360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HomeHero vs Prodotti commerciali</a:t>
            </a:r>
            <a:endParaRPr b="0" i="0" sz="1600" u="none" cap="none" strike="noStrike"/>
          </a:p>
        </p:txBody>
      </p:sp>
      <p:sp>
        <p:nvSpPr>
          <p:cNvPr id="565" name="Google Shape;565;p12"/>
          <p:cNvSpPr/>
          <p:nvPr/>
        </p:nvSpPr>
        <p:spPr>
          <a:xfrm>
            <a:off x="360443" y="792976"/>
            <a:ext cx="720887" cy="36044"/>
          </a:xfrm>
          <a:custGeom>
            <a:rect b="b" l="l" r="r" t="t"/>
            <a:pathLst>
              <a:path extrusionOk="0" h="36044" w="720887">
                <a:moveTo>
                  <a:pt x="0" y="0"/>
                </a:moveTo>
                <a:lnTo>
                  <a:pt x="720887" y="0"/>
                </a:lnTo>
                <a:lnTo>
                  <a:pt x="720887" y="36044"/>
                </a:lnTo>
                <a:lnTo>
                  <a:pt x="0" y="36044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566" name="Google Shape;566;p12"/>
          <p:cNvSpPr/>
          <p:nvPr/>
        </p:nvSpPr>
        <p:spPr>
          <a:xfrm>
            <a:off x="364950" y="901125"/>
            <a:ext cx="11462102" cy="5023771"/>
          </a:xfrm>
          <a:custGeom>
            <a:rect b="b" l="l" r="r" t="t"/>
            <a:pathLst>
              <a:path extrusionOk="0" h="5100275" w="11462102">
                <a:moveTo>
                  <a:pt x="108126" y="0"/>
                </a:moveTo>
                <a:lnTo>
                  <a:pt x="11353976" y="0"/>
                </a:lnTo>
                <a:cubicBezTo>
                  <a:pt x="11413692" y="0"/>
                  <a:pt x="11462102" y="48410"/>
                  <a:pt x="11462102" y="108126"/>
                </a:cubicBezTo>
                <a:lnTo>
                  <a:pt x="11462102" y="4992149"/>
                </a:lnTo>
                <a:cubicBezTo>
                  <a:pt x="11462102" y="5051865"/>
                  <a:pt x="11413692" y="5100275"/>
                  <a:pt x="11353976" y="5100275"/>
                </a:cubicBezTo>
                <a:lnTo>
                  <a:pt x="108126" y="5100275"/>
                </a:lnTo>
                <a:cubicBezTo>
                  <a:pt x="48410" y="5100275"/>
                  <a:pt x="0" y="5051865"/>
                  <a:pt x="0" y="4992149"/>
                </a:cubicBezTo>
                <a:lnTo>
                  <a:pt x="0" y="108126"/>
                </a:lnTo>
                <a:cubicBezTo>
                  <a:pt x="0" y="48450"/>
                  <a:pt x="48450" y="0"/>
                  <a:pt x="10812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549676" y="1121900"/>
            <a:ext cx="270333" cy="216266"/>
          </a:xfrm>
          <a:custGeom>
            <a:rect b="b" l="l" r="r" t="t"/>
            <a:pathLst>
              <a:path extrusionOk="0" h="216266" w="270333">
                <a:moveTo>
                  <a:pt x="162200" y="13517"/>
                </a:moveTo>
                <a:lnTo>
                  <a:pt x="216266" y="13517"/>
                </a:lnTo>
                <a:cubicBezTo>
                  <a:pt x="223742" y="13517"/>
                  <a:pt x="229783" y="19557"/>
                  <a:pt x="229783" y="27033"/>
                </a:cubicBezTo>
                <a:cubicBezTo>
                  <a:pt x="229783" y="34510"/>
                  <a:pt x="223742" y="40550"/>
                  <a:pt x="216266" y="40550"/>
                </a:cubicBezTo>
                <a:lnTo>
                  <a:pt x="168282" y="40550"/>
                </a:lnTo>
                <a:cubicBezTo>
                  <a:pt x="166086" y="51448"/>
                  <a:pt x="158609" y="60445"/>
                  <a:pt x="148683" y="64753"/>
                </a:cubicBezTo>
                <a:lnTo>
                  <a:pt x="148683" y="189233"/>
                </a:lnTo>
                <a:lnTo>
                  <a:pt x="216266" y="189233"/>
                </a:lnTo>
                <a:cubicBezTo>
                  <a:pt x="223742" y="189233"/>
                  <a:pt x="229783" y="195273"/>
                  <a:pt x="229783" y="202749"/>
                </a:cubicBezTo>
                <a:cubicBezTo>
                  <a:pt x="229783" y="210226"/>
                  <a:pt x="223742" y="216266"/>
                  <a:pt x="216266" y="216266"/>
                </a:cubicBezTo>
                <a:lnTo>
                  <a:pt x="54067" y="216266"/>
                </a:lnTo>
                <a:cubicBezTo>
                  <a:pt x="46590" y="216266"/>
                  <a:pt x="40550" y="210226"/>
                  <a:pt x="40550" y="202749"/>
                </a:cubicBezTo>
                <a:cubicBezTo>
                  <a:pt x="40550" y="195273"/>
                  <a:pt x="46590" y="189233"/>
                  <a:pt x="54067" y="189233"/>
                </a:cubicBezTo>
                <a:lnTo>
                  <a:pt x="121650" y="189233"/>
                </a:lnTo>
                <a:lnTo>
                  <a:pt x="121650" y="64753"/>
                </a:lnTo>
                <a:cubicBezTo>
                  <a:pt x="111723" y="60402"/>
                  <a:pt x="104247" y="51405"/>
                  <a:pt x="102051" y="40550"/>
                </a:cubicBezTo>
                <a:lnTo>
                  <a:pt x="54067" y="40550"/>
                </a:lnTo>
                <a:cubicBezTo>
                  <a:pt x="46590" y="40550"/>
                  <a:pt x="40550" y="34510"/>
                  <a:pt x="40550" y="27033"/>
                </a:cubicBezTo>
                <a:cubicBezTo>
                  <a:pt x="40550" y="19557"/>
                  <a:pt x="46590" y="13517"/>
                  <a:pt x="54067" y="13517"/>
                </a:cubicBezTo>
                <a:lnTo>
                  <a:pt x="108133" y="13517"/>
                </a:lnTo>
                <a:cubicBezTo>
                  <a:pt x="114300" y="5322"/>
                  <a:pt x="124100" y="0"/>
                  <a:pt x="135166" y="0"/>
                </a:cubicBezTo>
                <a:cubicBezTo>
                  <a:pt x="146233" y="0"/>
                  <a:pt x="156033" y="5322"/>
                  <a:pt x="162200" y="13517"/>
                </a:cubicBezTo>
                <a:close/>
                <a:moveTo>
                  <a:pt x="185685" y="135166"/>
                </a:moveTo>
                <a:lnTo>
                  <a:pt x="246847" y="135166"/>
                </a:lnTo>
                <a:lnTo>
                  <a:pt x="216266" y="82705"/>
                </a:lnTo>
                <a:lnTo>
                  <a:pt x="185685" y="135166"/>
                </a:lnTo>
                <a:close/>
                <a:moveTo>
                  <a:pt x="216266" y="175716"/>
                </a:moveTo>
                <a:cubicBezTo>
                  <a:pt x="189697" y="175716"/>
                  <a:pt x="167606" y="161355"/>
                  <a:pt x="163044" y="142389"/>
                </a:cubicBezTo>
                <a:cubicBezTo>
                  <a:pt x="161946" y="137743"/>
                  <a:pt x="163467" y="132970"/>
                  <a:pt x="165874" y="128830"/>
                </a:cubicBezTo>
                <a:lnTo>
                  <a:pt x="206086" y="59896"/>
                </a:lnTo>
                <a:cubicBezTo>
                  <a:pt x="208198" y="56263"/>
                  <a:pt x="212084" y="54067"/>
                  <a:pt x="216266" y="54067"/>
                </a:cubicBezTo>
                <a:cubicBezTo>
                  <a:pt x="220448" y="54067"/>
                  <a:pt x="224334" y="56305"/>
                  <a:pt x="226446" y="59896"/>
                </a:cubicBezTo>
                <a:lnTo>
                  <a:pt x="266658" y="128830"/>
                </a:lnTo>
                <a:cubicBezTo>
                  <a:pt x="269065" y="132970"/>
                  <a:pt x="270586" y="137743"/>
                  <a:pt x="269488" y="142389"/>
                </a:cubicBezTo>
                <a:cubicBezTo>
                  <a:pt x="264926" y="161313"/>
                  <a:pt x="242835" y="175716"/>
                  <a:pt x="216266" y="175716"/>
                </a:cubicBezTo>
                <a:close/>
                <a:moveTo>
                  <a:pt x="53560" y="82705"/>
                </a:moveTo>
                <a:lnTo>
                  <a:pt x="22978" y="135166"/>
                </a:lnTo>
                <a:lnTo>
                  <a:pt x="84183" y="135166"/>
                </a:lnTo>
                <a:lnTo>
                  <a:pt x="53560" y="82705"/>
                </a:lnTo>
                <a:close/>
                <a:moveTo>
                  <a:pt x="380" y="142389"/>
                </a:moveTo>
                <a:cubicBezTo>
                  <a:pt x="-718" y="137743"/>
                  <a:pt x="803" y="132970"/>
                  <a:pt x="3210" y="128830"/>
                </a:cubicBezTo>
                <a:lnTo>
                  <a:pt x="43422" y="59896"/>
                </a:lnTo>
                <a:cubicBezTo>
                  <a:pt x="45534" y="56263"/>
                  <a:pt x="49420" y="54067"/>
                  <a:pt x="53602" y="54067"/>
                </a:cubicBezTo>
                <a:cubicBezTo>
                  <a:pt x="57784" y="54067"/>
                  <a:pt x="61670" y="56305"/>
                  <a:pt x="63782" y="59896"/>
                </a:cubicBezTo>
                <a:lnTo>
                  <a:pt x="103994" y="128830"/>
                </a:lnTo>
                <a:cubicBezTo>
                  <a:pt x="106401" y="132970"/>
                  <a:pt x="107922" y="137743"/>
                  <a:pt x="106824" y="142389"/>
                </a:cubicBezTo>
                <a:cubicBezTo>
                  <a:pt x="102262" y="161313"/>
                  <a:pt x="80171" y="175716"/>
                  <a:pt x="53602" y="175716"/>
                </a:cubicBezTo>
                <a:cubicBezTo>
                  <a:pt x="27033" y="175716"/>
                  <a:pt x="4942" y="161355"/>
                  <a:pt x="380" y="142389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928142" y="1085855"/>
            <a:ext cx="25410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3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Confronto Caratteristiche</a:t>
            </a:r>
            <a:endParaRPr b="0" i="0" sz="1600" u="none" cap="none" strike="noStrike"/>
          </a:p>
        </p:txBody>
      </p:sp>
      <p:sp>
        <p:nvSpPr>
          <p:cNvPr id="569" name="Google Shape;569;p12"/>
          <p:cNvSpPr/>
          <p:nvPr/>
        </p:nvSpPr>
        <p:spPr>
          <a:xfrm>
            <a:off x="364950" y="5997000"/>
            <a:ext cx="11462102" cy="621765"/>
          </a:xfrm>
          <a:custGeom>
            <a:rect b="b" l="l" r="r" t="t"/>
            <a:pathLst>
              <a:path extrusionOk="0" h="621765" w="11462102">
                <a:moveTo>
                  <a:pt x="108131" y="0"/>
                </a:moveTo>
                <a:lnTo>
                  <a:pt x="11353971" y="0"/>
                </a:lnTo>
                <a:cubicBezTo>
                  <a:pt x="11413690" y="0"/>
                  <a:pt x="11462102" y="48412"/>
                  <a:pt x="11462102" y="108131"/>
                </a:cubicBezTo>
                <a:lnTo>
                  <a:pt x="11462102" y="513634"/>
                </a:lnTo>
                <a:cubicBezTo>
                  <a:pt x="11462102" y="573353"/>
                  <a:pt x="11413690" y="621765"/>
                  <a:pt x="11353971" y="621765"/>
                </a:cubicBezTo>
                <a:lnTo>
                  <a:pt x="108131" y="621765"/>
                </a:lnTo>
                <a:cubicBezTo>
                  <a:pt x="48412" y="621765"/>
                  <a:pt x="0" y="573353"/>
                  <a:pt x="0" y="513634"/>
                </a:cubicBezTo>
                <a:lnTo>
                  <a:pt x="0" y="108131"/>
                </a:lnTo>
                <a:cubicBezTo>
                  <a:pt x="0" y="48412"/>
                  <a:pt x="48412" y="0"/>
                  <a:pt x="10813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570" name="Google Shape;570;p12"/>
          <p:cNvSpPr/>
          <p:nvPr/>
        </p:nvSpPr>
        <p:spPr>
          <a:xfrm>
            <a:off x="554183" y="6145679"/>
            <a:ext cx="324399" cy="324399"/>
          </a:xfrm>
          <a:custGeom>
            <a:rect b="b" l="l" r="r" t="t"/>
            <a:pathLst>
              <a:path extrusionOk="0" h="324399" w="324399">
                <a:moveTo>
                  <a:pt x="91427" y="0"/>
                </a:moveTo>
                <a:lnTo>
                  <a:pt x="233352" y="0"/>
                </a:lnTo>
                <a:cubicBezTo>
                  <a:pt x="250142" y="0"/>
                  <a:pt x="263828" y="13812"/>
                  <a:pt x="263194" y="30539"/>
                </a:cubicBezTo>
                <a:cubicBezTo>
                  <a:pt x="263067" y="33897"/>
                  <a:pt x="262941" y="37255"/>
                  <a:pt x="262751" y="40550"/>
                </a:cubicBezTo>
                <a:lnTo>
                  <a:pt x="294177" y="40550"/>
                </a:lnTo>
                <a:cubicBezTo>
                  <a:pt x="310714" y="40550"/>
                  <a:pt x="325286" y="54235"/>
                  <a:pt x="324019" y="72103"/>
                </a:cubicBezTo>
                <a:cubicBezTo>
                  <a:pt x="319267" y="137806"/>
                  <a:pt x="285687" y="173921"/>
                  <a:pt x="249255" y="192802"/>
                </a:cubicBezTo>
                <a:cubicBezTo>
                  <a:pt x="239244" y="197998"/>
                  <a:pt x="229044" y="201862"/>
                  <a:pt x="219350" y="204714"/>
                </a:cubicBezTo>
                <a:cubicBezTo>
                  <a:pt x="206551" y="222834"/>
                  <a:pt x="193246" y="232402"/>
                  <a:pt x="182665" y="237534"/>
                </a:cubicBezTo>
                <a:lnTo>
                  <a:pt x="182665" y="283849"/>
                </a:lnTo>
                <a:lnTo>
                  <a:pt x="223214" y="283849"/>
                </a:lnTo>
                <a:cubicBezTo>
                  <a:pt x="234429" y="283849"/>
                  <a:pt x="243489" y="292910"/>
                  <a:pt x="243489" y="304124"/>
                </a:cubicBezTo>
                <a:cubicBezTo>
                  <a:pt x="243489" y="315339"/>
                  <a:pt x="234429" y="324399"/>
                  <a:pt x="223214" y="324399"/>
                </a:cubicBezTo>
                <a:lnTo>
                  <a:pt x="101565" y="324399"/>
                </a:lnTo>
                <a:cubicBezTo>
                  <a:pt x="90350" y="324399"/>
                  <a:pt x="81290" y="315339"/>
                  <a:pt x="81290" y="304124"/>
                </a:cubicBezTo>
                <a:cubicBezTo>
                  <a:pt x="81290" y="292910"/>
                  <a:pt x="90350" y="283849"/>
                  <a:pt x="101565" y="283849"/>
                </a:cubicBezTo>
                <a:lnTo>
                  <a:pt x="142115" y="283849"/>
                </a:lnTo>
                <a:lnTo>
                  <a:pt x="142115" y="237534"/>
                </a:lnTo>
                <a:cubicBezTo>
                  <a:pt x="131977" y="232655"/>
                  <a:pt x="119369" y="223595"/>
                  <a:pt x="107077" y="206931"/>
                </a:cubicBezTo>
                <a:cubicBezTo>
                  <a:pt x="95419" y="203890"/>
                  <a:pt x="82747" y="199265"/>
                  <a:pt x="70392" y="192295"/>
                </a:cubicBezTo>
                <a:cubicBezTo>
                  <a:pt x="36115" y="173097"/>
                  <a:pt x="5195" y="136919"/>
                  <a:pt x="760" y="71976"/>
                </a:cubicBezTo>
                <a:cubicBezTo>
                  <a:pt x="-444" y="54172"/>
                  <a:pt x="14066" y="40487"/>
                  <a:pt x="30602" y="40487"/>
                </a:cubicBezTo>
                <a:lnTo>
                  <a:pt x="62029" y="40487"/>
                </a:lnTo>
                <a:cubicBezTo>
                  <a:pt x="61839" y="37192"/>
                  <a:pt x="61712" y="33897"/>
                  <a:pt x="61585" y="30476"/>
                </a:cubicBezTo>
                <a:cubicBezTo>
                  <a:pt x="60952" y="13686"/>
                  <a:pt x="74637" y="-63"/>
                  <a:pt x="91427" y="-63"/>
                </a:cubicBezTo>
                <a:close/>
                <a:moveTo>
                  <a:pt x="64310" y="70962"/>
                </a:moveTo>
                <a:lnTo>
                  <a:pt x="31109" y="70962"/>
                </a:lnTo>
                <a:cubicBezTo>
                  <a:pt x="35038" y="124628"/>
                  <a:pt x="59684" y="151492"/>
                  <a:pt x="85091" y="165748"/>
                </a:cubicBezTo>
                <a:cubicBezTo>
                  <a:pt x="75968" y="142115"/>
                  <a:pt x="68428" y="111259"/>
                  <a:pt x="64310" y="70962"/>
                </a:cubicBezTo>
                <a:close/>
                <a:moveTo>
                  <a:pt x="240765" y="162706"/>
                </a:moveTo>
                <a:cubicBezTo>
                  <a:pt x="266425" y="147627"/>
                  <a:pt x="289615" y="120826"/>
                  <a:pt x="293543" y="70962"/>
                </a:cubicBezTo>
                <a:lnTo>
                  <a:pt x="260406" y="70962"/>
                </a:lnTo>
                <a:cubicBezTo>
                  <a:pt x="256478" y="109548"/>
                  <a:pt x="249382" y="139517"/>
                  <a:pt x="240765" y="16270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1063298" y="6181725"/>
            <a:ext cx="714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Messaggio: HomeHero costa meno, fa di più, ed è </a:t>
            </a:r>
            <a:r>
              <a:rPr b="1" i="0" lang="en-US" sz="1418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completamente nostro</a:t>
            </a:r>
            <a:r>
              <a:rPr b="1" i="0" lang="en-US" sz="141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599" u="none" cap="none" strike="noStrike"/>
          </a:p>
        </p:txBody>
      </p:sp>
      <p:graphicFrame>
        <p:nvGraphicFramePr>
          <p:cNvPr id="572" name="Google Shape;572;p12"/>
          <p:cNvGraphicFramePr/>
          <p:nvPr/>
        </p:nvGraphicFramePr>
        <p:xfrm>
          <a:off x="946838" y="198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{AEDD1CFB-4973-449C-BFD7-81E11C141818}</a:tableStyleId>
              </a:tblPr>
              <a:tblGrid>
                <a:gridCol w="2308500"/>
                <a:gridCol w="1514000"/>
                <a:gridCol w="3297875"/>
                <a:gridCol w="2008700"/>
                <a:gridCol w="1169250"/>
              </a:tblGrid>
              <a:tr h="651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Prodotto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Prezzo approx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Sensori principali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Controllo attuatore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API aperta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Home Hero (nostro)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prototipo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Temp, Umid, Press, Gas, Lux, dB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Sì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Sì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Xiaomi Mi Air Monitor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~€50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Temp, Umid, PM2.5, CO₂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No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No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Govee Air Quality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~€45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Temp, Umid, tVOC, CO₂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No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Limitata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Airthings Wave Plus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~€270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Temp, Umid, Press, tVOC, Radon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No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2"/>
                          </a:solidFill>
                        </a:rPr>
                        <a:t>Limitata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"/>
          <p:cNvSpPr/>
          <p:nvPr/>
        </p:nvSpPr>
        <p:spPr>
          <a:xfrm>
            <a:off x="381000" y="381000"/>
            <a:ext cx="1160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Vincoli, rischi gestiti e stato finale</a:t>
            </a:r>
            <a:endParaRPr b="0" i="0" sz="1600" u="none" cap="none" strike="noStrike"/>
          </a:p>
        </p:txBody>
      </p:sp>
      <p:sp>
        <p:nvSpPr>
          <p:cNvPr id="579" name="Google Shape;579;p13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</p:sp>
      <p:sp>
        <p:nvSpPr>
          <p:cNvPr id="580" name="Google Shape;580;p13"/>
          <p:cNvSpPr/>
          <p:nvPr/>
        </p:nvSpPr>
        <p:spPr>
          <a:xfrm>
            <a:off x="395276" y="952512"/>
            <a:ext cx="5591175" cy="5438775"/>
          </a:xfrm>
          <a:custGeom>
            <a:rect b="b" l="l" r="r" t="t"/>
            <a:pathLst>
              <a:path extrusionOk="0" h="5438775" w="5591175">
                <a:moveTo>
                  <a:pt x="114323" y="0"/>
                </a:moveTo>
                <a:lnTo>
                  <a:pt x="5476852" y="0"/>
                </a:lnTo>
                <a:cubicBezTo>
                  <a:pt x="5539991" y="0"/>
                  <a:pt x="5591175" y="51184"/>
                  <a:pt x="5591175" y="114323"/>
                </a:cubicBezTo>
                <a:lnTo>
                  <a:pt x="5591175" y="5324452"/>
                </a:lnTo>
                <a:cubicBezTo>
                  <a:pt x="5591175" y="5387591"/>
                  <a:pt x="5539991" y="5438775"/>
                  <a:pt x="5476852" y="5438775"/>
                </a:cubicBezTo>
                <a:lnTo>
                  <a:pt x="114323" y="5438775"/>
                </a:lnTo>
                <a:cubicBezTo>
                  <a:pt x="51184" y="5438775"/>
                  <a:pt x="0" y="5387591"/>
                  <a:pt x="0" y="5324452"/>
                </a:cubicBezTo>
                <a:lnTo>
                  <a:pt x="0" y="114323"/>
                </a:lnTo>
                <a:cubicBezTo>
                  <a:pt x="0" y="51184"/>
                  <a:pt x="51184" y="0"/>
                  <a:pt x="114323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609600" y="1270896"/>
            <a:ext cx="228600" cy="253175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981075" y="1228725"/>
            <a:ext cx="17811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Vincoli Principali</a:t>
            </a:r>
            <a:endParaRPr b="0" i="0" sz="1600" u="none" cap="none" strike="noStrike"/>
          </a:p>
        </p:txBody>
      </p:sp>
      <p:sp>
        <p:nvSpPr>
          <p:cNvPr id="583" name="Google Shape;583;p13"/>
          <p:cNvSpPr/>
          <p:nvPr/>
        </p:nvSpPr>
        <p:spPr>
          <a:xfrm>
            <a:off x="600075" y="1776944"/>
            <a:ext cx="5181600" cy="928306"/>
          </a:xfrm>
          <a:custGeom>
            <a:rect b="b" l="l" r="r" t="t"/>
            <a:pathLst>
              <a:path extrusionOk="0" h="838200" w="5181600">
                <a:moveTo>
                  <a:pt x="38100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61999"/>
                </a:lnTo>
                <a:cubicBezTo>
                  <a:pt x="5181600" y="804084"/>
                  <a:pt x="5147484" y="838200"/>
                  <a:pt x="51053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600075" y="1776944"/>
            <a:ext cx="38100" cy="928306"/>
          </a:xfrm>
          <a:custGeom>
            <a:rect b="b" l="l" r="r" t="t"/>
            <a:pathLst>
              <a:path extrusionOk="0" h="838200" w="381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771525" y="1945627"/>
            <a:ext cx="381000" cy="421958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878681" y="2061597"/>
            <a:ext cx="171450" cy="189881"/>
          </a:xfrm>
          <a:custGeom>
            <a:rect b="b" l="l" r="r" t="t"/>
            <a:pathLst>
              <a:path extrusionOk="0" h="171450" w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1304925" y="1945627"/>
            <a:ext cx="3057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⏱️ 11 settimane di sviluppo</a:t>
            </a:r>
            <a:endParaRPr b="0" i="0" sz="1600" u="none" cap="none" strike="noStrike"/>
          </a:p>
        </p:txBody>
      </p:sp>
      <p:sp>
        <p:nvSpPr>
          <p:cNvPr id="588" name="Google Shape;588;p13"/>
          <p:cNvSpPr/>
          <p:nvPr/>
        </p:nvSpPr>
        <p:spPr>
          <a:xfrm>
            <a:off x="1304925" y="2282993"/>
            <a:ext cx="3048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 tempo parziale, bilanciato con altri impegni</a:t>
            </a:r>
            <a:endParaRPr b="0" i="0" sz="1600" u="none" cap="none" strike="noStrike"/>
          </a:p>
        </p:txBody>
      </p:sp>
      <p:sp>
        <p:nvSpPr>
          <p:cNvPr id="589" name="Google Shape;589;p13"/>
          <p:cNvSpPr/>
          <p:nvPr/>
        </p:nvSpPr>
        <p:spPr>
          <a:xfrm>
            <a:off x="600075" y="2873383"/>
            <a:ext cx="5181600" cy="928307"/>
          </a:xfrm>
          <a:custGeom>
            <a:rect b="b" l="l" r="r" t="t"/>
            <a:pathLst>
              <a:path extrusionOk="0" h="838200" w="5181600">
                <a:moveTo>
                  <a:pt x="38100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61999"/>
                </a:lnTo>
                <a:cubicBezTo>
                  <a:pt x="5181600" y="804084"/>
                  <a:pt x="5147484" y="838200"/>
                  <a:pt x="51053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600075" y="2873383"/>
            <a:ext cx="38100" cy="928307"/>
          </a:xfrm>
          <a:custGeom>
            <a:rect b="b" l="l" r="r" t="t"/>
            <a:pathLst>
              <a:path extrusionOk="0" h="838200" w="381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771525" y="3042066"/>
            <a:ext cx="381000" cy="421957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889397" y="3158036"/>
            <a:ext cx="150019" cy="189881"/>
          </a:xfrm>
          <a:custGeom>
            <a:rect b="b" l="l" r="r" t="t"/>
            <a:pathLst>
              <a:path extrusionOk="0" h="171450" w="150019">
                <a:moveTo>
                  <a:pt x="24545" y="64294"/>
                </a:moveTo>
                <a:cubicBezTo>
                  <a:pt x="33754" y="33319"/>
                  <a:pt x="62452" y="10716"/>
                  <a:pt x="96441" y="10716"/>
                </a:cubicBezTo>
                <a:lnTo>
                  <a:pt x="117872" y="10716"/>
                </a:lnTo>
                <a:cubicBezTo>
                  <a:pt x="123799" y="10716"/>
                  <a:pt x="128588" y="15504"/>
                  <a:pt x="128588" y="21431"/>
                </a:cubicBezTo>
                <a:cubicBezTo>
                  <a:pt x="128588" y="27358"/>
                  <a:pt x="123799" y="32147"/>
                  <a:pt x="117872" y="32147"/>
                </a:cubicBezTo>
                <a:lnTo>
                  <a:pt x="96441" y="32147"/>
                </a:lnTo>
                <a:cubicBezTo>
                  <a:pt x="74474" y="32147"/>
                  <a:pt x="55587" y="45374"/>
                  <a:pt x="47316" y="64294"/>
                </a:cubicBezTo>
                <a:lnTo>
                  <a:pt x="91083" y="64294"/>
                </a:lnTo>
                <a:cubicBezTo>
                  <a:pt x="95536" y="64294"/>
                  <a:pt x="99120" y="67877"/>
                  <a:pt x="99120" y="72330"/>
                </a:cubicBezTo>
                <a:cubicBezTo>
                  <a:pt x="99120" y="76784"/>
                  <a:pt x="95536" y="80367"/>
                  <a:pt x="91083" y="80367"/>
                </a:cubicBezTo>
                <a:lnTo>
                  <a:pt x="43130" y="80367"/>
                </a:lnTo>
                <a:cubicBezTo>
                  <a:pt x="42963" y="82142"/>
                  <a:pt x="42863" y="83917"/>
                  <a:pt x="42863" y="85725"/>
                </a:cubicBezTo>
                <a:cubicBezTo>
                  <a:pt x="42863" y="87533"/>
                  <a:pt x="42963" y="89308"/>
                  <a:pt x="43130" y="91083"/>
                </a:cubicBezTo>
                <a:lnTo>
                  <a:pt x="91083" y="91083"/>
                </a:lnTo>
                <a:cubicBezTo>
                  <a:pt x="95536" y="91083"/>
                  <a:pt x="99120" y="94666"/>
                  <a:pt x="99120" y="99120"/>
                </a:cubicBezTo>
                <a:cubicBezTo>
                  <a:pt x="99120" y="103573"/>
                  <a:pt x="95536" y="107156"/>
                  <a:pt x="91083" y="107156"/>
                </a:cubicBezTo>
                <a:lnTo>
                  <a:pt x="47316" y="107156"/>
                </a:lnTo>
                <a:cubicBezTo>
                  <a:pt x="55587" y="126076"/>
                  <a:pt x="74474" y="139303"/>
                  <a:pt x="96441" y="139303"/>
                </a:cubicBezTo>
                <a:lnTo>
                  <a:pt x="117872" y="139303"/>
                </a:lnTo>
                <a:cubicBezTo>
                  <a:pt x="123799" y="139303"/>
                  <a:pt x="128588" y="144092"/>
                  <a:pt x="128588" y="150019"/>
                </a:cubicBezTo>
                <a:cubicBezTo>
                  <a:pt x="128588" y="155946"/>
                  <a:pt x="123799" y="160734"/>
                  <a:pt x="117872" y="160734"/>
                </a:cubicBezTo>
                <a:lnTo>
                  <a:pt x="96441" y="160734"/>
                </a:lnTo>
                <a:cubicBezTo>
                  <a:pt x="62452" y="160734"/>
                  <a:pt x="33754" y="138131"/>
                  <a:pt x="24545" y="107156"/>
                </a:cubicBezTo>
                <a:lnTo>
                  <a:pt x="13395" y="107156"/>
                </a:lnTo>
                <a:cubicBezTo>
                  <a:pt x="8941" y="107156"/>
                  <a:pt x="5358" y="103573"/>
                  <a:pt x="5358" y="99120"/>
                </a:cubicBezTo>
                <a:cubicBezTo>
                  <a:pt x="5358" y="94666"/>
                  <a:pt x="8941" y="91083"/>
                  <a:pt x="13395" y="91083"/>
                </a:cubicBezTo>
                <a:lnTo>
                  <a:pt x="21632" y="91083"/>
                </a:lnTo>
                <a:cubicBezTo>
                  <a:pt x="21398" y="87567"/>
                  <a:pt x="21398" y="83883"/>
                  <a:pt x="21632" y="80367"/>
                </a:cubicBezTo>
                <a:lnTo>
                  <a:pt x="13395" y="80367"/>
                </a:lnTo>
                <a:cubicBezTo>
                  <a:pt x="8941" y="80367"/>
                  <a:pt x="5358" y="76784"/>
                  <a:pt x="5358" y="72330"/>
                </a:cubicBezTo>
                <a:cubicBezTo>
                  <a:pt x="5358" y="67877"/>
                  <a:pt x="8941" y="64294"/>
                  <a:pt x="13395" y="64294"/>
                </a:cubicBezTo>
                <a:lnTo>
                  <a:pt x="24545" y="6429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3"/>
          <p:cNvSpPr/>
          <p:nvPr/>
        </p:nvSpPr>
        <p:spPr>
          <a:xfrm>
            <a:off x="1304925" y="3042066"/>
            <a:ext cx="2667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💶 €81 autofinanziati</a:t>
            </a:r>
            <a:endParaRPr b="0" i="0" sz="1600" u="none" cap="none" strike="noStrike"/>
          </a:p>
        </p:txBody>
      </p:sp>
      <p:sp>
        <p:nvSpPr>
          <p:cNvPr id="594" name="Google Shape;594;p13"/>
          <p:cNvSpPr/>
          <p:nvPr/>
        </p:nvSpPr>
        <p:spPr>
          <a:xfrm>
            <a:off x="1304925" y="3379432"/>
            <a:ext cx="26574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Interamente da Roman, personalmente</a:t>
            </a:r>
            <a:endParaRPr b="0" i="0" sz="1600" u="none" cap="none" strike="noStrike"/>
          </a:p>
        </p:txBody>
      </p:sp>
      <p:sp>
        <p:nvSpPr>
          <p:cNvPr id="595" name="Google Shape;595;p13"/>
          <p:cNvSpPr/>
          <p:nvPr/>
        </p:nvSpPr>
        <p:spPr>
          <a:xfrm>
            <a:off x="600075" y="3969822"/>
            <a:ext cx="5181600" cy="928307"/>
          </a:xfrm>
          <a:custGeom>
            <a:rect b="b" l="l" r="r" t="t"/>
            <a:pathLst>
              <a:path extrusionOk="0" h="838200" w="5181600">
                <a:moveTo>
                  <a:pt x="38100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61999"/>
                </a:lnTo>
                <a:cubicBezTo>
                  <a:pt x="5181600" y="804084"/>
                  <a:pt x="5147484" y="838200"/>
                  <a:pt x="51053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600075" y="3969822"/>
            <a:ext cx="38100" cy="928307"/>
          </a:xfrm>
          <a:custGeom>
            <a:rect b="b" l="l" r="r" t="t"/>
            <a:pathLst>
              <a:path extrusionOk="0" h="838200" w="381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771525" y="4138505"/>
            <a:ext cx="381000" cy="421957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867966" y="4254474"/>
            <a:ext cx="192881" cy="189881"/>
          </a:xfrm>
          <a:custGeom>
            <a:rect b="b" l="l" r="r" t="t"/>
            <a:pathLst>
              <a:path extrusionOk="0" h="171450" w="192881">
                <a:moveTo>
                  <a:pt x="96441" y="32147"/>
                </a:moveTo>
                <a:cubicBezTo>
                  <a:pt x="66002" y="32147"/>
                  <a:pt x="38442" y="44202"/>
                  <a:pt x="18183" y="63825"/>
                </a:cubicBezTo>
                <a:cubicBezTo>
                  <a:pt x="13930" y="67944"/>
                  <a:pt x="7133" y="67843"/>
                  <a:pt x="3047" y="63591"/>
                </a:cubicBezTo>
                <a:cubicBezTo>
                  <a:pt x="-1038" y="59338"/>
                  <a:pt x="-971" y="52540"/>
                  <a:pt x="3282" y="48455"/>
                </a:cubicBezTo>
                <a:cubicBezTo>
                  <a:pt x="27358" y="25081"/>
                  <a:pt x="60242" y="10716"/>
                  <a:pt x="96441" y="10716"/>
                </a:cubicBezTo>
                <a:cubicBezTo>
                  <a:pt x="132639" y="10716"/>
                  <a:pt x="165523" y="25081"/>
                  <a:pt x="189633" y="48455"/>
                </a:cubicBezTo>
                <a:cubicBezTo>
                  <a:pt x="193886" y="52574"/>
                  <a:pt x="193986" y="59371"/>
                  <a:pt x="189867" y="63591"/>
                </a:cubicBezTo>
                <a:cubicBezTo>
                  <a:pt x="185749" y="67810"/>
                  <a:pt x="178951" y="67944"/>
                  <a:pt x="174732" y="63825"/>
                </a:cubicBezTo>
                <a:cubicBezTo>
                  <a:pt x="154439" y="44202"/>
                  <a:pt x="126880" y="32147"/>
                  <a:pt x="96441" y="32147"/>
                </a:cubicBezTo>
                <a:close/>
                <a:moveTo>
                  <a:pt x="80367" y="144661"/>
                </a:moveTo>
                <a:cubicBezTo>
                  <a:pt x="80367" y="135790"/>
                  <a:pt x="87569" y="128588"/>
                  <a:pt x="96441" y="128588"/>
                </a:cubicBezTo>
                <a:cubicBezTo>
                  <a:pt x="105312" y="128588"/>
                  <a:pt x="112514" y="135790"/>
                  <a:pt x="112514" y="144661"/>
                </a:cubicBezTo>
                <a:cubicBezTo>
                  <a:pt x="112514" y="153532"/>
                  <a:pt x="105312" y="160734"/>
                  <a:pt x="96441" y="160734"/>
                </a:cubicBezTo>
                <a:cubicBezTo>
                  <a:pt x="87569" y="160734"/>
                  <a:pt x="80367" y="153532"/>
                  <a:pt x="80367" y="144661"/>
                </a:cubicBezTo>
                <a:close/>
                <a:moveTo>
                  <a:pt x="56257" y="109232"/>
                </a:moveTo>
                <a:cubicBezTo>
                  <a:pt x="52339" y="113686"/>
                  <a:pt x="45575" y="114088"/>
                  <a:pt x="41121" y="110170"/>
                </a:cubicBezTo>
                <a:cubicBezTo>
                  <a:pt x="36668" y="106252"/>
                  <a:pt x="36266" y="99488"/>
                  <a:pt x="40184" y="95034"/>
                </a:cubicBezTo>
                <a:cubicBezTo>
                  <a:pt x="53913" y="79497"/>
                  <a:pt x="74038" y="69652"/>
                  <a:pt x="96441" y="69652"/>
                </a:cubicBezTo>
                <a:cubicBezTo>
                  <a:pt x="118843" y="69652"/>
                  <a:pt x="138968" y="79497"/>
                  <a:pt x="152698" y="95034"/>
                </a:cubicBezTo>
                <a:cubicBezTo>
                  <a:pt x="156616" y="99488"/>
                  <a:pt x="156180" y="106252"/>
                  <a:pt x="151760" y="110170"/>
                </a:cubicBezTo>
                <a:cubicBezTo>
                  <a:pt x="147340" y="114088"/>
                  <a:pt x="140542" y="113653"/>
                  <a:pt x="136624" y="109232"/>
                </a:cubicBezTo>
                <a:cubicBezTo>
                  <a:pt x="126779" y="98081"/>
                  <a:pt x="112447" y="91083"/>
                  <a:pt x="96441" y="91083"/>
                </a:cubicBezTo>
                <a:cubicBezTo>
                  <a:pt x="80434" y="91083"/>
                  <a:pt x="66102" y="98081"/>
                  <a:pt x="56257" y="10923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"/>
          <p:cNvSpPr/>
          <p:nvPr/>
        </p:nvSpPr>
        <p:spPr>
          <a:xfrm>
            <a:off x="1304925" y="4138505"/>
            <a:ext cx="2047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📶 Solo WiFi 2.4GHz</a:t>
            </a:r>
            <a:endParaRPr b="0" i="0" sz="1600" u="none" cap="none" strike="noStrike"/>
          </a:p>
        </p:txBody>
      </p:sp>
      <p:sp>
        <p:nvSpPr>
          <p:cNvPr id="600" name="Google Shape;600;p13"/>
          <p:cNvSpPr/>
          <p:nvPr/>
        </p:nvSpPr>
        <p:spPr>
          <a:xfrm>
            <a:off x="1304925" y="4475871"/>
            <a:ext cx="20385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Nessuna connettività 4G/LTE</a:t>
            </a:r>
            <a:endParaRPr b="0" i="0" sz="1600" u="none" cap="none" strike="noStrike"/>
          </a:p>
        </p:txBody>
      </p:sp>
      <p:sp>
        <p:nvSpPr>
          <p:cNvPr id="601" name="Google Shape;601;p13"/>
          <p:cNvSpPr/>
          <p:nvPr/>
        </p:nvSpPr>
        <p:spPr>
          <a:xfrm>
            <a:off x="600075" y="5066261"/>
            <a:ext cx="5181600" cy="928307"/>
          </a:xfrm>
          <a:custGeom>
            <a:rect b="b" l="l" r="r" t="t"/>
            <a:pathLst>
              <a:path extrusionOk="0" h="838200" w="5181600">
                <a:moveTo>
                  <a:pt x="38100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61999"/>
                </a:lnTo>
                <a:cubicBezTo>
                  <a:pt x="5181600" y="804084"/>
                  <a:pt x="5147484" y="838200"/>
                  <a:pt x="51053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600075" y="5066261"/>
            <a:ext cx="38100" cy="928307"/>
          </a:xfrm>
          <a:custGeom>
            <a:rect b="b" l="l" r="r" t="t"/>
            <a:pathLst>
              <a:path extrusionOk="0" h="838200" w="381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771525" y="5234944"/>
            <a:ext cx="381000" cy="421957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3"/>
          <p:cNvSpPr/>
          <p:nvPr/>
        </p:nvSpPr>
        <p:spPr>
          <a:xfrm>
            <a:off x="889397" y="5350913"/>
            <a:ext cx="150019" cy="189881"/>
          </a:xfrm>
          <a:custGeom>
            <a:rect b="b" l="l" r="r" t="t"/>
            <a:pathLst>
              <a:path extrusionOk="0" h="171450" w="150019">
                <a:moveTo>
                  <a:pt x="85725" y="36601"/>
                </a:moveTo>
                <a:lnTo>
                  <a:pt x="85725" y="107156"/>
                </a:lnTo>
                <a:cubicBezTo>
                  <a:pt x="85725" y="113083"/>
                  <a:pt x="80936" y="117872"/>
                  <a:pt x="75009" y="117872"/>
                </a:cubicBezTo>
                <a:cubicBezTo>
                  <a:pt x="69082" y="117872"/>
                  <a:pt x="64294" y="113083"/>
                  <a:pt x="64294" y="107156"/>
                </a:cubicBezTo>
                <a:lnTo>
                  <a:pt x="64294" y="36601"/>
                </a:lnTo>
                <a:lnTo>
                  <a:pt x="50430" y="50464"/>
                </a:lnTo>
                <a:cubicBezTo>
                  <a:pt x="46245" y="54650"/>
                  <a:pt x="39447" y="54650"/>
                  <a:pt x="35261" y="50464"/>
                </a:cubicBezTo>
                <a:cubicBezTo>
                  <a:pt x="31075" y="46278"/>
                  <a:pt x="31075" y="39480"/>
                  <a:pt x="35261" y="35295"/>
                </a:cubicBezTo>
                <a:lnTo>
                  <a:pt x="67408" y="3148"/>
                </a:lnTo>
                <a:cubicBezTo>
                  <a:pt x="71594" y="-1038"/>
                  <a:pt x="78391" y="-1038"/>
                  <a:pt x="82577" y="3148"/>
                </a:cubicBezTo>
                <a:lnTo>
                  <a:pt x="114724" y="35295"/>
                </a:lnTo>
                <a:cubicBezTo>
                  <a:pt x="118910" y="39480"/>
                  <a:pt x="118910" y="46278"/>
                  <a:pt x="114724" y="50464"/>
                </a:cubicBezTo>
                <a:cubicBezTo>
                  <a:pt x="110538" y="54650"/>
                  <a:pt x="103741" y="54650"/>
                  <a:pt x="99555" y="50464"/>
                </a:cubicBezTo>
                <a:lnTo>
                  <a:pt x="85725" y="36601"/>
                </a:lnTo>
                <a:close/>
                <a:moveTo>
                  <a:pt x="75009" y="133945"/>
                </a:moveTo>
                <a:cubicBezTo>
                  <a:pt x="89810" y="133945"/>
                  <a:pt x="101798" y="121957"/>
                  <a:pt x="101798" y="107156"/>
                </a:cubicBezTo>
                <a:lnTo>
                  <a:pt x="128588" y="107156"/>
                </a:lnTo>
                <a:cubicBezTo>
                  <a:pt x="140408" y="107156"/>
                  <a:pt x="150019" y="116767"/>
                  <a:pt x="150019" y="128588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28588"/>
                </a:lnTo>
                <a:cubicBezTo>
                  <a:pt x="0" y="116767"/>
                  <a:pt x="9611" y="107156"/>
                  <a:pt x="21431" y="107156"/>
                </a:cubicBezTo>
                <a:lnTo>
                  <a:pt x="48220" y="107156"/>
                </a:lnTo>
                <a:cubicBezTo>
                  <a:pt x="48220" y="121957"/>
                  <a:pt x="60208" y="133945"/>
                  <a:pt x="75009" y="133945"/>
                </a:cubicBezTo>
                <a:close/>
                <a:moveTo>
                  <a:pt x="123230" y="141982"/>
                </a:moveTo>
                <a:cubicBezTo>
                  <a:pt x="127665" y="141982"/>
                  <a:pt x="131266" y="138381"/>
                  <a:pt x="131266" y="133945"/>
                </a:cubicBezTo>
                <a:cubicBezTo>
                  <a:pt x="131266" y="129510"/>
                  <a:pt x="127665" y="125909"/>
                  <a:pt x="123230" y="125909"/>
                </a:cubicBezTo>
                <a:cubicBezTo>
                  <a:pt x="118794" y="125909"/>
                  <a:pt x="115193" y="129510"/>
                  <a:pt x="115193" y="133945"/>
                </a:cubicBezTo>
                <a:cubicBezTo>
                  <a:pt x="115193" y="138381"/>
                  <a:pt x="118794" y="141982"/>
                  <a:pt x="123230" y="141982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3"/>
          <p:cNvSpPr/>
          <p:nvPr/>
        </p:nvSpPr>
        <p:spPr>
          <a:xfrm>
            <a:off x="1304925" y="5234944"/>
            <a:ext cx="3095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🔧 No aggiornamenti firmware OTA</a:t>
            </a:r>
            <a:endParaRPr b="0" i="0" sz="1600" u="none" cap="none" strike="noStrike"/>
          </a:p>
        </p:txBody>
      </p:sp>
      <p:sp>
        <p:nvSpPr>
          <p:cNvPr id="606" name="Google Shape;606;p13"/>
          <p:cNvSpPr/>
          <p:nvPr/>
        </p:nvSpPr>
        <p:spPr>
          <a:xfrm>
            <a:off x="1304925" y="5572309"/>
            <a:ext cx="308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Aggiornamenti richiedono connessione fisica</a:t>
            </a:r>
            <a:endParaRPr b="0" i="0" sz="1600" u="none" cap="none" strike="noStrike"/>
          </a:p>
        </p:txBody>
      </p:sp>
      <p:sp>
        <p:nvSpPr>
          <p:cNvPr id="607" name="Google Shape;607;p13"/>
          <p:cNvSpPr/>
          <p:nvPr/>
        </p:nvSpPr>
        <p:spPr>
          <a:xfrm>
            <a:off x="6215063" y="952500"/>
            <a:ext cx="5591175" cy="5438775"/>
          </a:xfrm>
          <a:custGeom>
            <a:rect b="b" l="l" r="r" t="t"/>
            <a:pathLst>
              <a:path extrusionOk="0" h="5438775" w="5591175">
                <a:moveTo>
                  <a:pt x="114323" y="0"/>
                </a:moveTo>
                <a:lnTo>
                  <a:pt x="5476852" y="0"/>
                </a:lnTo>
                <a:cubicBezTo>
                  <a:pt x="5539991" y="0"/>
                  <a:pt x="5591175" y="51184"/>
                  <a:pt x="5591175" y="114323"/>
                </a:cubicBezTo>
                <a:lnTo>
                  <a:pt x="5591175" y="5324452"/>
                </a:lnTo>
                <a:cubicBezTo>
                  <a:pt x="5591175" y="5387591"/>
                  <a:pt x="5539991" y="5438775"/>
                  <a:pt x="5476852" y="5438775"/>
                </a:cubicBezTo>
                <a:lnTo>
                  <a:pt x="114323" y="5438775"/>
                </a:lnTo>
                <a:cubicBezTo>
                  <a:pt x="51184" y="5438775"/>
                  <a:pt x="0" y="5387591"/>
                  <a:pt x="0" y="5324452"/>
                </a:cubicBezTo>
                <a:lnTo>
                  <a:pt x="0" y="114323"/>
                </a:lnTo>
                <a:cubicBezTo>
                  <a:pt x="0" y="51184"/>
                  <a:pt x="51184" y="0"/>
                  <a:pt x="114323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3"/>
          <p:cNvSpPr/>
          <p:nvPr/>
        </p:nvSpPr>
        <p:spPr>
          <a:xfrm>
            <a:off x="6467475" y="1270167"/>
            <a:ext cx="171450" cy="248602"/>
          </a:xfrm>
          <a:custGeom>
            <a:rect b="b" l="l" r="r" t="t"/>
            <a:pathLst>
              <a:path extrusionOk="0" h="228600" w="17145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3"/>
          <p:cNvSpPr/>
          <p:nvPr/>
        </p:nvSpPr>
        <p:spPr>
          <a:xfrm>
            <a:off x="6810375" y="1228725"/>
            <a:ext cx="24765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Stato Finale</a:t>
            </a:r>
            <a:endParaRPr b="0" i="0" sz="1600" u="none" cap="none" strike="noStrike"/>
          </a:p>
        </p:txBody>
      </p:sp>
      <p:sp>
        <p:nvSpPr>
          <p:cNvPr id="610" name="Google Shape;610;p13"/>
          <p:cNvSpPr/>
          <p:nvPr/>
        </p:nvSpPr>
        <p:spPr>
          <a:xfrm>
            <a:off x="6410325" y="1767473"/>
            <a:ext cx="5200650" cy="497205"/>
          </a:xfrm>
          <a:custGeom>
            <a:rect b="b" l="l" r="r" t="t"/>
            <a:pathLst>
              <a:path extrusionOk="0" h="4572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3"/>
          <p:cNvSpPr/>
          <p:nvPr/>
        </p:nvSpPr>
        <p:spPr>
          <a:xfrm>
            <a:off x="6543675" y="1933242"/>
            <a:ext cx="152400" cy="165735"/>
          </a:xfrm>
          <a:custGeom>
            <a:rect b="b" l="l" r="r" t="t"/>
            <a:pathLst>
              <a:path extrusionOk="0" h="152400" w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3"/>
          <p:cNvSpPr/>
          <p:nvPr/>
        </p:nvSpPr>
        <p:spPr>
          <a:xfrm>
            <a:off x="6829425" y="1891800"/>
            <a:ext cx="1190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Firmware ESP32</a:t>
            </a:r>
            <a:endParaRPr b="0" i="0" sz="1600" u="none" cap="none" strike="noStrike"/>
          </a:p>
        </p:txBody>
      </p:sp>
      <p:sp>
        <p:nvSpPr>
          <p:cNvPr id="613" name="Google Shape;613;p13"/>
          <p:cNvSpPr/>
          <p:nvPr/>
        </p:nvSpPr>
        <p:spPr>
          <a:xfrm>
            <a:off x="11239500" y="1891800"/>
            <a:ext cx="228600" cy="248603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3"/>
          <p:cNvSpPr/>
          <p:nvPr/>
        </p:nvSpPr>
        <p:spPr>
          <a:xfrm>
            <a:off x="6410325" y="2389106"/>
            <a:ext cx="5200650" cy="497205"/>
          </a:xfrm>
          <a:custGeom>
            <a:rect b="b" l="l" r="r" t="t"/>
            <a:pathLst>
              <a:path extrusionOk="0" h="4572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3"/>
          <p:cNvSpPr/>
          <p:nvPr/>
        </p:nvSpPr>
        <p:spPr>
          <a:xfrm>
            <a:off x="6543675" y="2554875"/>
            <a:ext cx="152400" cy="165735"/>
          </a:xfrm>
          <a:custGeom>
            <a:rect b="b" l="l" r="r" t="t"/>
            <a:pathLst>
              <a:path extrusionOk="0" h="152400" w="152400">
                <a:moveTo>
                  <a:pt x="150197" y="34469"/>
                </a:moveTo>
                <a:cubicBezTo>
                  <a:pt x="150168" y="34409"/>
                  <a:pt x="150138" y="34320"/>
                  <a:pt x="150108" y="34260"/>
                </a:cubicBezTo>
                <a:cubicBezTo>
                  <a:pt x="150078" y="34141"/>
                  <a:pt x="150019" y="34022"/>
                  <a:pt x="149959" y="33903"/>
                </a:cubicBezTo>
                <a:cubicBezTo>
                  <a:pt x="149900" y="33844"/>
                  <a:pt x="149870" y="33754"/>
                  <a:pt x="149810" y="33695"/>
                </a:cubicBezTo>
                <a:cubicBezTo>
                  <a:pt x="149751" y="33605"/>
                  <a:pt x="149662" y="33516"/>
                  <a:pt x="149602" y="33427"/>
                </a:cubicBezTo>
                <a:cubicBezTo>
                  <a:pt x="149543" y="33367"/>
                  <a:pt x="149453" y="33308"/>
                  <a:pt x="149364" y="33248"/>
                </a:cubicBezTo>
                <a:cubicBezTo>
                  <a:pt x="149275" y="33189"/>
                  <a:pt x="149185" y="33099"/>
                  <a:pt x="149096" y="33040"/>
                </a:cubicBezTo>
                <a:lnTo>
                  <a:pt x="120432" y="16520"/>
                </a:lnTo>
                <a:cubicBezTo>
                  <a:pt x="120075" y="16312"/>
                  <a:pt x="119658" y="16193"/>
                  <a:pt x="119241" y="16193"/>
                </a:cubicBezTo>
                <a:cubicBezTo>
                  <a:pt x="118824" y="16193"/>
                  <a:pt x="118408" y="16312"/>
                  <a:pt x="118050" y="16520"/>
                </a:cubicBezTo>
                <a:lnTo>
                  <a:pt x="89386" y="33040"/>
                </a:lnTo>
                <a:cubicBezTo>
                  <a:pt x="89297" y="33099"/>
                  <a:pt x="89208" y="33159"/>
                  <a:pt x="89118" y="33248"/>
                </a:cubicBezTo>
                <a:cubicBezTo>
                  <a:pt x="89029" y="33308"/>
                  <a:pt x="88969" y="33367"/>
                  <a:pt x="88880" y="33427"/>
                </a:cubicBezTo>
                <a:cubicBezTo>
                  <a:pt x="88791" y="33516"/>
                  <a:pt x="88731" y="33605"/>
                  <a:pt x="88672" y="33695"/>
                </a:cubicBezTo>
                <a:cubicBezTo>
                  <a:pt x="88612" y="33754"/>
                  <a:pt x="88553" y="33814"/>
                  <a:pt x="88523" y="33903"/>
                </a:cubicBezTo>
                <a:cubicBezTo>
                  <a:pt x="88463" y="34022"/>
                  <a:pt x="88404" y="34141"/>
                  <a:pt x="88374" y="34260"/>
                </a:cubicBezTo>
                <a:cubicBezTo>
                  <a:pt x="88344" y="34320"/>
                  <a:pt x="88315" y="34379"/>
                  <a:pt x="88285" y="34469"/>
                </a:cubicBezTo>
                <a:cubicBezTo>
                  <a:pt x="88225" y="34677"/>
                  <a:pt x="88196" y="34885"/>
                  <a:pt x="88196" y="35094"/>
                </a:cubicBezTo>
                <a:lnTo>
                  <a:pt x="88196" y="66407"/>
                </a:lnTo>
                <a:lnTo>
                  <a:pt x="64324" y="80159"/>
                </a:lnTo>
                <a:lnTo>
                  <a:pt x="64324" y="18871"/>
                </a:lnTo>
                <a:cubicBezTo>
                  <a:pt x="64324" y="18663"/>
                  <a:pt x="64294" y="18455"/>
                  <a:pt x="64234" y="18246"/>
                </a:cubicBezTo>
                <a:cubicBezTo>
                  <a:pt x="64204" y="18187"/>
                  <a:pt x="64175" y="18127"/>
                  <a:pt x="64145" y="18038"/>
                </a:cubicBezTo>
                <a:cubicBezTo>
                  <a:pt x="64115" y="17919"/>
                  <a:pt x="64056" y="17800"/>
                  <a:pt x="63996" y="17681"/>
                </a:cubicBezTo>
                <a:cubicBezTo>
                  <a:pt x="63966" y="17591"/>
                  <a:pt x="63877" y="17532"/>
                  <a:pt x="63847" y="17472"/>
                </a:cubicBezTo>
                <a:cubicBezTo>
                  <a:pt x="63788" y="17383"/>
                  <a:pt x="63698" y="17294"/>
                  <a:pt x="63639" y="17205"/>
                </a:cubicBezTo>
                <a:cubicBezTo>
                  <a:pt x="63579" y="17145"/>
                  <a:pt x="63490" y="17085"/>
                  <a:pt x="63401" y="17026"/>
                </a:cubicBezTo>
                <a:cubicBezTo>
                  <a:pt x="63311" y="16966"/>
                  <a:pt x="63222" y="16877"/>
                  <a:pt x="63133" y="16818"/>
                </a:cubicBezTo>
                <a:lnTo>
                  <a:pt x="34469" y="327"/>
                </a:lnTo>
                <a:cubicBezTo>
                  <a:pt x="34111" y="119"/>
                  <a:pt x="33695" y="0"/>
                  <a:pt x="33278" y="0"/>
                </a:cubicBezTo>
                <a:cubicBezTo>
                  <a:pt x="32861" y="0"/>
                  <a:pt x="32445" y="119"/>
                  <a:pt x="32087" y="327"/>
                </a:cubicBezTo>
                <a:lnTo>
                  <a:pt x="3423" y="16818"/>
                </a:lnTo>
                <a:cubicBezTo>
                  <a:pt x="3334" y="16877"/>
                  <a:pt x="3244" y="16937"/>
                  <a:pt x="3155" y="17026"/>
                </a:cubicBezTo>
                <a:cubicBezTo>
                  <a:pt x="3066" y="17085"/>
                  <a:pt x="3006" y="17145"/>
                  <a:pt x="2917" y="17205"/>
                </a:cubicBezTo>
                <a:cubicBezTo>
                  <a:pt x="2828" y="17294"/>
                  <a:pt x="2768" y="17383"/>
                  <a:pt x="2709" y="17472"/>
                </a:cubicBezTo>
                <a:cubicBezTo>
                  <a:pt x="2649" y="17562"/>
                  <a:pt x="2590" y="17621"/>
                  <a:pt x="2530" y="17681"/>
                </a:cubicBezTo>
                <a:cubicBezTo>
                  <a:pt x="2471" y="17800"/>
                  <a:pt x="2411" y="17919"/>
                  <a:pt x="2381" y="18038"/>
                </a:cubicBezTo>
                <a:cubicBezTo>
                  <a:pt x="2351" y="18098"/>
                  <a:pt x="2322" y="18157"/>
                  <a:pt x="2292" y="18246"/>
                </a:cubicBezTo>
                <a:cubicBezTo>
                  <a:pt x="2232" y="18455"/>
                  <a:pt x="2203" y="18663"/>
                  <a:pt x="2203" y="18871"/>
                </a:cubicBezTo>
                <a:lnTo>
                  <a:pt x="2203" y="117009"/>
                </a:lnTo>
                <a:cubicBezTo>
                  <a:pt x="2203" y="117425"/>
                  <a:pt x="2322" y="117842"/>
                  <a:pt x="2530" y="118199"/>
                </a:cubicBezTo>
                <a:cubicBezTo>
                  <a:pt x="2738" y="118556"/>
                  <a:pt x="3036" y="118854"/>
                  <a:pt x="3393" y="119062"/>
                </a:cubicBezTo>
                <a:lnTo>
                  <a:pt x="60722" y="152073"/>
                </a:lnTo>
                <a:cubicBezTo>
                  <a:pt x="60841" y="152132"/>
                  <a:pt x="60990" y="152192"/>
                  <a:pt x="61109" y="152221"/>
                </a:cubicBezTo>
                <a:cubicBezTo>
                  <a:pt x="61168" y="152251"/>
                  <a:pt x="61228" y="152281"/>
                  <a:pt x="61287" y="152311"/>
                </a:cubicBezTo>
                <a:cubicBezTo>
                  <a:pt x="61674" y="152430"/>
                  <a:pt x="62121" y="152430"/>
                  <a:pt x="62508" y="152311"/>
                </a:cubicBezTo>
                <a:cubicBezTo>
                  <a:pt x="62567" y="152281"/>
                  <a:pt x="62627" y="152251"/>
                  <a:pt x="62686" y="152251"/>
                </a:cubicBezTo>
                <a:cubicBezTo>
                  <a:pt x="62835" y="152192"/>
                  <a:pt x="62984" y="152162"/>
                  <a:pt x="63103" y="152073"/>
                </a:cubicBezTo>
                <a:lnTo>
                  <a:pt x="120432" y="119092"/>
                </a:lnTo>
                <a:cubicBezTo>
                  <a:pt x="120789" y="118884"/>
                  <a:pt x="121087" y="118586"/>
                  <a:pt x="121295" y="118229"/>
                </a:cubicBezTo>
                <a:cubicBezTo>
                  <a:pt x="121503" y="117872"/>
                  <a:pt x="121622" y="117455"/>
                  <a:pt x="121622" y="117038"/>
                </a:cubicBezTo>
                <a:lnTo>
                  <a:pt x="121622" y="85695"/>
                </a:lnTo>
                <a:lnTo>
                  <a:pt x="149066" y="69890"/>
                </a:lnTo>
                <a:cubicBezTo>
                  <a:pt x="149423" y="69681"/>
                  <a:pt x="149721" y="69384"/>
                  <a:pt x="149929" y="68997"/>
                </a:cubicBezTo>
                <a:cubicBezTo>
                  <a:pt x="150138" y="68610"/>
                  <a:pt x="150257" y="68223"/>
                  <a:pt x="150257" y="67806"/>
                </a:cubicBezTo>
                <a:lnTo>
                  <a:pt x="150257" y="35123"/>
                </a:lnTo>
                <a:cubicBezTo>
                  <a:pt x="150257" y="34915"/>
                  <a:pt x="150227" y="34707"/>
                  <a:pt x="150197" y="34498"/>
                </a:cubicBezTo>
                <a:close/>
                <a:moveTo>
                  <a:pt x="33278" y="5149"/>
                </a:moveTo>
                <a:lnTo>
                  <a:pt x="57150" y="18871"/>
                </a:lnTo>
                <a:lnTo>
                  <a:pt x="33278" y="32623"/>
                </a:lnTo>
                <a:lnTo>
                  <a:pt x="9406" y="18871"/>
                </a:lnTo>
                <a:lnTo>
                  <a:pt x="33278" y="5120"/>
                </a:lnTo>
                <a:close/>
                <a:moveTo>
                  <a:pt x="59531" y="23009"/>
                </a:moveTo>
                <a:lnTo>
                  <a:pt x="59531" y="82927"/>
                </a:lnTo>
                <a:cubicBezTo>
                  <a:pt x="49649" y="88612"/>
                  <a:pt x="41702" y="93196"/>
                  <a:pt x="35659" y="96679"/>
                </a:cubicBezTo>
                <a:lnTo>
                  <a:pt x="35659" y="36761"/>
                </a:lnTo>
                <a:cubicBezTo>
                  <a:pt x="45541" y="31075"/>
                  <a:pt x="53489" y="26491"/>
                  <a:pt x="59531" y="23009"/>
                </a:cubicBezTo>
                <a:close/>
                <a:moveTo>
                  <a:pt x="59531" y="145881"/>
                </a:moveTo>
                <a:lnTo>
                  <a:pt x="6995" y="115639"/>
                </a:lnTo>
                <a:lnTo>
                  <a:pt x="6995" y="23009"/>
                </a:lnTo>
                <a:cubicBezTo>
                  <a:pt x="13037" y="26491"/>
                  <a:pt x="21015" y="31075"/>
                  <a:pt x="30867" y="36761"/>
                </a:cubicBezTo>
                <a:lnTo>
                  <a:pt x="30867" y="100816"/>
                </a:lnTo>
                <a:cubicBezTo>
                  <a:pt x="30867" y="100905"/>
                  <a:pt x="30897" y="100995"/>
                  <a:pt x="30897" y="101084"/>
                </a:cubicBezTo>
                <a:cubicBezTo>
                  <a:pt x="30897" y="101203"/>
                  <a:pt x="30926" y="101322"/>
                  <a:pt x="30956" y="101441"/>
                </a:cubicBezTo>
                <a:cubicBezTo>
                  <a:pt x="30986" y="101531"/>
                  <a:pt x="31016" y="101620"/>
                  <a:pt x="31075" y="101709"/>
                </a:cubicBezTo>
                <a:cubicBezTo>
                  <a:pt x="31105" y="101798"/>
                  <a:pt x="31165" y="101917"/>
                  <a:pt x="31194" y="102007"/>
                </a:cubicBezTo>
                <a:cubicBezTo>
                  <a:pt x="31254" y="102096"/>
                  <a:pt x="31313" y="102156"/>
                  <a:pt x="31373" y="102245"/>
                </a:cubicBezTo>
                <a:cubicBezTo>
                  <a:pt x="31433" y="102334"/>
                  <a:pt x="31492" y="102424"/>
                  <a:pt x="31581" y="102483"/>
                </a:cubicBezTo>
                <a:cubicBezTo>
                  <a:pt x="31641" y="102543"/>
                  <a:pt x="31730" y="102602"/>
                  <a:pt x="31819" y="102662"/>
                </a:cubicBezTo>
                <a:cubicBezTo>
                  <a:pt x="31909" y="102721"/>
                  <a:pt x="31998" y="102810"/>
                  <a:pt x="32087" y="102870"/>
                </a:cubicBezTo>
                <a:lnTo>
                  <a:pt x="59531" y="118408"/>
                </a:lnTo>
                <a:lnTo>
                  <a:pt x="59561" y="145911"/>
                </a:lnTo>
                <a:close/>
                <a:moveTo>
                  <a:pt x="61912" y="114270"/>
                </a:moveTo>
                <a:lnTo>
                  <a:pt x="38100" y="100786"/>
                </a:lnTo>
                <a:cubicBezTo>
                  <a:pt x="54382" y="91410"/>
                  <a:pt x="71884" y="81349"/>
                  <a:pt x="90577" y="70574"/>
                </a:cubicBezTo>
                <a:lnTo>
                  <a:pt x="114419" y="84296"/>
                </a:lnTo>
                <a:cubicBezTo>
                  <a:pt x="105668" y="89297"/>
                  <a:pt x="88166" y="99268"/>
                  <a:pt x="61912" y="114270"/>
                </a:cubicBezTo>
                <a:close/>
                <a:moveTo>
                  <a:pt x="116830" y="115639"/>
                </a:moveTo>
                <a:lnTo>
                  <a:pt x="64294" y="145881"/>
                </a:lnTo>
                <a:lnTo>
                  <a:pt x="64294" y="118408"/>
                </a:lnTo>
                <a:cubicBezTo>
                  <a:pt x="94476" y="101203"/>
                  <a:pt x="111978" y="91202"/>
                  <a:pt x="116830" y="88404"/>
                </a:cubicBezTo>
                <a:lnTo>
                  <a:pt x="116830" y="115610"/>
                </a:lnTo>
                <a:close/>
                <a:moveTo>
                  <a:pt x="116830" y="80189"/>
                </a:moveTo>
                <a:cubicBezTo>
                  <a:pt x="110788" y="76736"/>
                  <a:pt x="102810" y="72152"/>
                  <a:pt x="92958" y="66467"/>
                </a:cubicBezTo>
                <a:lnTo>
                  <a:pt x="92958" y="39261"/>
                </a:lnTo>
                <a:cubicBezTo>
                  <a:pt x="99000" y="42743"/>
                  <a:pt x="106978" y="47327"/>
                  <a:pt x="116830" y="53013"/>
                </a:cubicBezTo>
                <a:lnTo>
                  <a:pt x="116830" y="80189"/>
                </a:lnTo>
                <a:close/>
                <a:moveTo>
                  <a:pt x="119211" y="48845"/>
                </a:moveTo>
                <a:lnTo>
                  <a:pt x="95339" y="35094"/>
                </a:lnTo>
                <a:lnTo>
                  <a:pt x="119211" y="21342"/>
                </a:lnTo>
                <a:lnTo>
                  <a:pt x="143083" y="35064"/>
                </a:lnTo>
                <a:lnTo>
                  <a:pt x="119211" y="48816"/>
                </a:lnTo>
                <a:close/>
                <a:moveTo>
                  <a:pt x="121593" y="80189"/>
                </a:moveTo>
                <a:lnTo>
                  <a:pt x="121593" y="53013"/>
                </a:lnTo>
                <a:cubicBezTo>
                  <a:pt x="131475" y="47327"/>
                  <a:pt x="139452" y="42743"/>
                  <a:pt x="145494" y="39261"/>
                </a:cubicBezTo>
                <a:lnTo>
                  <a:pt x="145494" y="66467"/>
                </a:lnTo>
                <a:lnTo>
                  <a:pt x="121593" y="8021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3"/>
          <p:cNvSpPr/>
          <p:nvPr/>
        </p:nvSpPr>
        <p:spPr>
          <a:xfrm>
            <a:off x="6829425" y="2513432"/>
            <a:ext cx="828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Laravel API</a:t>
            </a:r>
            <a:endParaRPr b="0" i="0" sz="1600" u="none" cap="none" strike="noStrike"/>
          </a:p>
        </p:txBody>
      </p:sp>
      <p:sp>
        <p:nvSpPr>
          <p:cNvPr id="617" name="Google Shape;617;p13"/>
          <p:cNvSpPr/>
          <p:nvPr/>
        </p:nvSpPr>
        <p:spPr>
          <a:xfrm>
            <a:off x="11239500" y="2513432"/>
            <a:ext cx="228600" cy="248602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3"/>
          <p:cNvSpPr/>
          <p:nvPr/>
        </p:nvSpPr>
        <p:spPr>
          <a:xfrm>
            <a:off x="6410325" y="3010738"/>
            <a:ext cx="5200650" cy="497205"/>
          </a:xfrm>
          <a:custGeom>
            <a:rect b="b" l="l" r="r" t="t"/>
            <a:pathLst>
              <a:path extrusionOk="0" h="4572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3"/>
          <p:cNvSpPr/>
          <p:nvPr/>
        </p:nvSpPr>
        <p:spPr>
          <a:xfrm>
            <a:off x="6553200" y="3176507"/>
            <a:ext cx="133350" cy="165735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3"/>
          <p:cNvSpPr/>
          <p:nvPr/>
        </p:nvSpPr>
        <p:spPr>
          <a:xfrm>
            <a:off x="6829425" y="3135065"/>
            <a:ext cx="8955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PostgreSQL</a:t>
            </a:r>
            <a:endParaRPr b="0" i="0" sz="1600" u="none" cap="none" strike="noStrike"/>
          </a:p>
        </p:txBody>
      </p:sp>
      <p:sp>
        <p:nvSpPr>
          <p:cNvPr id="621" name="Google Shape;621;p13"/>
          <p:cNvSpPr/>
          <p:nvPr/>
        </p:nvSpPr>
        <p:spPr>
          <a:xfrm>
            <a:off x="11239500" y="3135065"/>
            <a:ext cx="228600" cy="248603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3"/>
          <p:cNvSpPr/>
          <p:nvPr/>
        </p:nvSpPr>
        <p:spPr>
          <a:xfrm>
            <a:off x="6410325" y="3632371"/>
            <a:ext cx="5200650" cy="497205"/>
          </a:xfrm>
          <a:custGeom>
            <a:rect b="b" l="l" r="r" t="t"/>
            <a:pathLst>
              <a:path extrusionOk="0" h="4572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3"/>
          <p:cNvSpPr/>
          <p:nvPr/>
        </p:nvSpPr>
        <p:spPr>
          <a:xfrm>
            <a:off x="6543675" y="3798140"/>
            <a:ext cx="152400" cy="165735"/>
          </a:xfrm>
          <a:custGeom>
            <a:rect b="b" l="l" r="r" t="t"/>
            <a:pathLst>
              <a:path extrusionOk="0" h="152400" w="152400">
                <a:moveTo>
                  <a:pt x="124480" y="52745"/>
                </a:moveTo>
                <a:cubicBezTo>
                  <a:pt x="122873" y="52209"/>
                  <a:pt x="121265" y="51703"/>
                  <a:pt x="119658" y="51227"/>
                </a:cubicBezTo>
                <a:cubicBezTo>
                  <a:pt x="119926" y="50125"/>
                  <a:pt x="120164" y="49024"/>
                  <a:pt x="120402" y="47923"/>
                </a:cubicBezTo>
                <a:cubicBezTo>
                  <a:pt x="124063" y="30182"/>
                  <a:pt x="121652" y="15925"/>
                  <a:pt x="113526" y="11222"/>
                </a:cubicBezTo>
                <a:cubicBezTo>
                  <a:pt x="105698" y="6727"/>
                  <a:pt x="92928" y="11400"/>
                  <a:pt x="80010" y="22652"/>
                </a:cubicBezTo>
                <a:cubicBezTo>
                  <a:pt x="78730" y="23753"/>
                  <a:pt x="77480" y="24914"/>
                  <a:pt x="76289" y="26075"/>
                </a:cubicBezTo>
                <a:cubicBezTo>
                  <a:pt x="75486" y="25301"/>
                  <a:pt x="74652" y="24527"/>
                  <a:pt x="73819" y="23783"/>
                </a:cubicBezTo>
                <a:cubicBezTo>
                  <a:pt x="60275" y="11757"/>
                  <a:pt x="46702" y="6697"/>
                  <a:pt x="38576" y="11430"/>
                </a:cubicBezTo>
                <a:cubicBezTo>
                  <a:pt x="30778" y="15954"/>
                  <a:pt x="28456" y="29379"/>
                  <a:pt x="31730" y="46166"/>
                </a:cubicBezTo>
                <a:cubicBezTo>
                  <a:pt x="32058" y="47833"/>
                  <a:pt x="32415" y="49470"/>
                  <a:pt x="32831" y="51137"/>
                </a:cubicBezTo>
                <a:cubicBezTo>
                  <a:pt x="30926" y="51673"/>
                  <a:pt x="29051" y="52268"/>
                  <a:pt x="27295" y="52894"/>
                </a:cubicBezTo>
                <a:cubicBezTo>
                  <a:pt x="11400" y="58400"/>
                  <a:pt x="0" y="67092"/>
                  <a:pt x="0" y="76081"/>
                </a:cubicBezTo>
                <a:cubicBezTo>
                  <a:pt x="0" y="85368"/>
                  <a:pt x="12144" y="94684"/>
                  <a:pt x="28664" y="100340"/>
                </a:cubicBezTo>
                <a:cubicBezTo>
                  <a:pt x="30004" y="100786"/>
                  <a:pt x="31343" y="101233"/>
                  <a:pt x="32712" y="101620"/>
                </a:cubicBezTo>
                <a:cubicBezTo>
                  <a:pt x="32266" y="103406"/>
                  <a:pt x="31879" y="105162"/>
                  <a:pt x="31522" y="106978"/>
                </a:cubicBezTo>
                <a:cubicBezTo>
                  <a:pt x="28396" y="123498"/>
                  <a:pt x="30837" y="136594"/>
                  <a:pt x="38636" y="141089"/>
                </a:cubicBezTo>
                <a:cubicBezTo>
                  <a:pt x="46672" y="145733"/>
                  <a:pt x="60186" y="140970"/>
                  <a:pt x="73342" y="129451"/>
                </a:cubicBezTo>
                <a:cubicBezTo>
                  <a:pt x="74384" y="128528"/>
                  <a:pt x="75426" y="127575"/>
                  <a:pt x="76468" y="126563"/>
                </a:cubicBezTo>
                <a:cubicBezTo>
                  <a:pt x="77778" y="127843"/>
                  <a:pt x="79147" y="129064"/>
                  <a:pt x="80516" y="130254"/>
                </a:cubicBezTo>
                <a:cubicBezTo>
                  <a:pt x="93256" y="141208"/>
                  <a:pt x="105847" y="145643"/>
                  <a:pt x="113615" y="141149"/>
                </a:cubicBezTo>
                <a:cubicBezTo>
                  <a:pt x="121652" y="136505"/>
                  <a:pt x="124271" y="122426"/>
                  <a:pt x="120878" y="105281"/>
                </a:cubicBezTo>
                <a:cubicBezTo>
                  <a:pt x="120610" y="103971"/>
                  <a:pt x="120313" y="102632"/>
                  <a:pt x="119985" y="101263"/>
                </a:cubicBezTo>
                <a:cubicBezTo>
                  <a:pt x="120938" y="100995"/>
                  <a:pt x="121860" y="100697"/>
                  <a:pt x="122783" y="100399"/>
                </a:cubicBezTo>
                <a:cubicBezTo>
                  <a:pt x="139958" y="94714"/>
                  <a:pt x="152400" y="85517"/>
                  <a:pt x="152400" y="76081"/>
                </a:cubicBezTo>
                <a:cubicBezTo>
                  <a:pt x="152400" y="67062"/>
                  <a:pt x="140672" y="58311"/>
                  <a:pt x="124480" y="52745"/>
                </a:cubicBezTo>
                <a:close/>
                <a:moveTo>
                  <a:pt x="84207" y="27474"/>
                </a:moveTo>
                <a:cubicBezTo>
                  <a:pt x="95280" y="17830"/>
                  <a:pt x="105608" y="14049"/>
                  <a:pt x="110311" y="16758"/>
                </a:cubicBezTo>
                <a:cubicBezTo>
                  <a:pt x="115342" y="19645"/>
                  <a:pt x="117277" y="31313"/>
                  <a:pt x="114121" y="46643"/>
                </a:cubicBezTo>
                <a:cubicBezTo>
                  <a:pt x="113913" y="47655"/>
                  <a:pt x="113705" y="48637"/>
                  <a:pt x="113437" y="49619"/>
                </a:cubicBezTo>
                <a:cubicBezTo>
                  <a:pt x="106829" y="48131"/>
                  <a:pt x="100132" y="47059"/>
                  <a:pt x="93405" y="46464"/>
                </a:cubicBezTo>
                <a:cubicBezTo>
                  <a:pt x="89535" y="40928"/>
                  <a:pt x="85308" y="35629"/>
                  <a:pt x="80724" y="30659"/>
                </a:cubicBezTo>
                <a:cubicBezTo>
                  <a:pt x="81885" y="29557"/>
                  <a:pt x="83016" y="28515"/>
                  <a:pt x="84207" y="27474"/>
                </a:cubicBezTo>
                <a:close/>
                <a:moveTo>
                  <a:pt x="49768" y="91529"/>
                </a:moveTo>
                <a:cubicBezTo>
                  <a:pt x="51286" y="94119"/>
                  <a:pt x="52834" y="96709"/>
                  <a:pt x="54471" y="99239"/>
                </a:cubicBezTo>
                <a:cubicBezTo>
                  <a:pt x="49828" y="98733"/>
                  <a:pt x="45214" y="97988"/>
                  <a:pt x="40660" y="97006"/>
                </a:cubicBezTo>
                <a:cubicBezTo>
                  <a:pt x="41970" y="92720"/>
                  <a:pt x="43607" y="88285"/>
                  <a:pt x="45512" y="83760"/>
                </a:cubicBezTo>
                <a:cubicBezTo>
                  <a:pt x="46881" y="86380"/>
                  <a:pt x="48280" y="88969"/>
                  <a:pt x="49768" y="91529"/>
                </a:cubicBezTo>
                <a:close/>
                <a:moveTo>
                  <a:pt x="40749" y="55721"/>
                </a:moveTo>
                <a:cubicBezTo>
                  <a:pt x="45035" y="54769"/>
                  <a:pt x="49590" y="53995"/>
                  <a:pt x="54322" y="53400"/>
                </a:cubicBezTo>
                <a:cubicBezTo>
                  <a:pt x="52745" y="55870"/>
                  <a:pt x="51197" y="58400"/>
                  <a:pt x="49738" y="60960"/>
                </a:cubicBezTo>
                <a:cubicBezTo>
                  <a:pt x="48280" y="63490"/>
                  <a:pt x="46851" y="66080"/>
                  <a:pt x="45512" y="68699"/>
                </a:cubicBezTo>
                <a:cubicBezTo>
                  <a:pt x="43636" y="64264"/>
                  <a:pt x="42059" y="59918"/>
                  <a:pt x="40749" y="55721"/>
                </a:cubicBezTo>
                <a:close/>
                <a:moveTo>
                  <a:pt x="48905" y="76230"/>
                </a:moveTo>
                <a:cubicBezTo>
                  <a:pt x="50869" y="72122"/>
                  <a:pt x="53013" y="68104"/>
                  <a:pt x="55275" y="64145"/>
                </a:cubicBezTo>
                <a:cubicBezTo>
                  <a:pt x="57537" y="60186"/>
                  <a:pt x="59978" y="56346"/>
                  <a:pt x="62538" y="52566"/>
                </a:cubicBezTo>
                <a:cubicBezTo>
                  <a:pt x="67002" y="52239"/>
                  <a:pt x="71557" y="52060"/>
                  <a:pt x="76200" y="52060"/>
                </a:cubicBezTo>
                <a:cubicBezTo>
                  <a:pt x="80843" y="52060"/>
                  <a:pt x="85427" y="52239"/>
                  <a:pt x="89862" y="52566"/>
                </a:cubicBezTo>
                <a:cubicBezTo>
                  <a:pt x="92393" y="56317"/>
                  <a:pt x="94804" y="60156"/>
                  <a:pt x="97095" y="64085"/>
                </a:cubicBezTo>
                <a:cubicBezTo>
                  <a:pt x="99387" y="68014"/>
                  <a:pt x="101531" y="72033"/>
                  <a:pt x="103555" y="76111"/>
                </a:cubicBezTo>
                <a:cubicBezTo>
                  <a:pt x="101560" y="80218"/>
                  <a:pt x="99417" y="84266"/>
                  <a:pt x="97125" y="88255"/>
                </a:cubicBezTo>
                <a:cubicBezTo>
                  <a:pt x="94863" y="92214"/>
                  <a:pt x="92452" y="96054"/>
                  <a:pt x="89922" y="99864"/>
                </a:cubicBezTo>
                <a:cubicBezTo>
                  <a:pt x="85487" y="100191"/>
                  <a:pt x="80873" y="100340"/>
                  <a:pt x="76200" y="100340"/>
                </a:cubicBezTo>
                <a:cubicBezTo>
                  <a:pt x="71527" y="100340"/>
                  <a:pt x="67002" y="100191"/>
                  <a:pt x="62627" y="99923"/>
                </a:cubicBezTo>
                <a:cubicBezTo>
                  <a:pt x="60037" y="96143"/>
                  <a:pt x="57596" y="92273"/>
                  <a:pt x="55305" y="88315"/>
                </a:cubicBezTo>
                <a:cubicBezTo>
                  <a:pt x="53013" y="84356"/>
                  <a:pt x="50899" y="80337"/>
                  <a:pt x="48905" y="76230"/>
                </a:cubicBezTo>
                <a:close/>
                <a:moveTo>
                  <a:pt x="102662" y="91470"/>
                </a:moveTo>
                <a:cubicBezTo>
                  <a:pt x="104180" y="88850"/>
                  <a:pt x="105608" y="86201"/>
                  <a:pt x="107007" y="83522"/>
                </a:cubicBezTo>
                <a:cubicBezTo>
                  <a:pt x="108912" y="87838"/>
                  <a:pt x="110579" y="92214"/>
                  <a:pt x="112038" y="96709"/>
                </a:cubicBezTo>
                <a:cubicBezTo>
                  <a:pt x="107424" y="97750"/>
                  <a:pt x="102751" y="98554"/>
                  <a:pt x="98048" y="99090"/>
                </a:cubicBezTo>
                <a:cubicBezTo>
                  <a:pt x="99655" y="96589"/>
                  <a:pt x="101173" y="94030"/>
                  <a:pt x="102662" y="91470"/>
                </a:cubicBezTo>
                <a:close/>
                <a:moveTo>
                  <a:pt x="106948" y="68699"/>
                </a:moveTo>
                <a:cubicBezTo>
                  <a:pt x="105549" y="66080"/>
                  <a:pt x="104120" y="63460"/>
                  <a:pt x="102632" y="60900"/>
                </a:cubicBezTo>
                <a:cubicBezTo>
                  <a:pt x="101173" y="58370"/>
                  <a:pt x="99655" y="55870"/>
                  <a:pt x="98078" y="53400"/>
                </a:cubicBezTo>
                <a:cubicBezTo>
                  <a:pt x="102870" y="53995"/>
                  <a:pt x="107454" y="54799"/>
                  <a:pt x="111740" y="55781"/>
                </a:cubicBezTo>
                <a:cubicBezTo>
                  <a:pt x="110371" y="60186"/>
                  <a:pt x="108764" y="64472"/>
                  <a:pt x="106948" y="68699"/>
                </a:cubicBezTo>
                <a:close/>
                <a:moveTo>
                  <a:pt x="76260" y="35213"/>
                </a:moveTo>
                <a:cubicBezTo>
                  <a:pt x="79385" y="38606"/>
                  <a:pt x="82332" y="42178"/>
                  <a:pt x="85070" y="45869"/>
                </a:cubicBezTo>
                <a:cubicBezTo>
                  <a:pt x="79177" y="45601"/>
                  <a:pt x="73253" y="45601"/>
                  <a:pt x="67360" y="45869"/>
                </a:cubicBezTo>
                <a:cubicBezTo>
                  <a:pt x="70277" y="42029"/>
                  <a:pt x="73283" y="38457"/>
                  <a:pt x="76260" y="35213"/>
                </a:cubicBezTo>
                <a:close/>
                <a:moveTo>
                  <a:pt x="41731" y="16966"/>
                </a:moveTo>
                <a:cubicBezTo>
                  <a:pt x="46732" y="14049"/>
                  <a:pt x="57835" y="18217"/>
                  <a:pt x="69533" y="28575"/>
                </a:cubicBezTo>
                <a:cubicBezTo>
                  <a:pt x="70277" y="29230"/>
                  <a:pt x="71021" y="29944"/>
                  <a:pt x="71795" y="30659"/>
                </a:cubicBezTo>
                <a:cubicBezTo>
                  <a:pt x="67181" y="35629"/>
                  <a:pt x="62925" y="40928"/>
                  <a:pt x="59025" y="46464"/>
                </a:cubicBezTo>
                <a:cubicBezTo>
                  <a:pt x="52298" y="47059"/>
                  <a:pt x="45631" y="48101"/>
                  <a:pt x="39023" y="49560"/>
                </a:cubicBezTo>
                <a:cubicBezTo>
                  <a:pt x="38636" y="48042"/>
                  <a:pt x="38308" y="46494"/>
                  <a:pt x="37981" y="44946"/>
                </a:cubicBezTo>
                <a:cubicBezTo>
                  <a:pt x="35183" y="30540"/>
                  <a:pt x="37028" y="19675"/>
                  <a:pt x="41731" y="16966"/>
                </a:cubicBezTo>
                <a:close/>
                <a:moveTo>
                  <a:pt x="34439" y="95429"/>
                </a:moveTo>
                <a:cubicBezTo>
                  <a:pt x="33189" y="95071"/>
                  <a:pt x="31968" y="94684"/>
                  <a:pt x="30748" y="94268"/>
                </a:cubicBezTo>
                <a:cubicBezTo>
                  <a:pt x="24408" y="92273"/>
                  <a:pt x="17205" y="89118"/>
                  <a:pt x="11996" y="84981"/>
                </a:cubicBezTo>
                <a:cubicBezTo>
                  <a:pt x="8989" y="82897"/>
                  <a:pt x="6965" y="79683"/>
                  <a:pt x="6400" y="76081"/>
                </a:cubicBezTo>
                <a:cubicBezTo>
                  <a:pt x="6400" y="70634"/>
                  <a:pt x="15806" y="63669"/>
                  <a:pt x="29379" y="58936"/>
                </a:cubicBezTo>
                <a:cubicBezTo>
                  <a:pt x="31075" y="58341"/>
                  <a:pt x="32802" y="57805"/>
                  <a:pt x="34528" y="57299"/>
                </a:cubicBezTo>
                <a:cubicBezTo>
                  <a:pt x="36552" y="63758"/>
                  <a:pt x="38993" y="70098"/>
                  <a:pt x="41821" y="76230"/>
                </a:cubicBezTo>
                <a:cubicBezTo>
                  <a:pt x="38963" y="82451"/>
                  <a:pt x="36493" y="88880"/>
                  <a:pt x="34439" y="95429"/>
                </a:cubicBezTo>
                <a:close/>
                <a:moveTo>
                  <a:pt x="69146" y="124599"/>
                </a:moveTo>
                <a:cubicBezTo>
                  <a:pt x="64234" y="129094"/>
                  <a:pt x="58549" y="132665"/>
                  <a:pt x="52358" y="135106"/>
                </a:cubicBezTo>
                <a:cubicBezTo>
                  <a:pt x="49054" y="136684"/>
                  <a:pt x="45244" y="136833"/>
                  <a:pt x="41850" y="135493"/>
                </a:cubicBezTo>
                <a:cubicBezTo>
                  <a:pt x="37118" y="132755"/>
                  <a:pt x="35153" y="122247"/>
                  <a:pt x="37832" y="108109"/>
                </a:cubicBezTo>
                <a:cubicBezTo>
                  <a:pt x="38160" y="106442"/>
                  <a:pt x="38517" y="104775"/>
                  <a:pt x="38933" y="103138"/>
                </a:cubicBezTo>
                <a:cubicBezTo>
                  <a:pt x="45601" y="104567"/>
                  <a:pt x="52328" y="105549"/>
                  <a:pt x="59144" y="106055"/>
                </a:cubicBezTo>
                <a:cubicBezTo>
                  <a:pt x="63073" y="111621"/>
                  <a:pt x="67389" y="116949"/>
                  <a:pt x="72003" y="121950"/>
                </a:cubicBezTo>
                <a:cubicBezTo>
                  <a:pt x="71051" y="122873"/>
                  <a:pt x="70098" y="123765"/>
                  <a:pt x="69146" y="124599"/>
                </a:cubicBezTo>
                <a:close/>
                <a:moveTo>
                  <a:pt x="76438" y="117366"/>
                </a:moveTo>
                <a:cubicBezTo>
                  <a:pt x="73402" y="114092"/>
                  <a:pt x="70366" y="110460"/>
                  <a:pt x="67419" y="106561"/>
                </a:cubicBezTo>
                <a:cubicBezTo>
                  <a:pt x="70277" y="106680"/>
                  <a:pt x="73223" y="106740"/>
                  <a:pt x="76200" y="106740"/>
                </a:cubicBezTo>
                <a:cubicBezTo>
                  <a:pt x="79266" y="106740"/>
                  <a:pt x="82272" y="106680"/>
                  <a:pt x="85249" y="106531"/>
                </a:cubicBezTo>
                <a:cubicBezTo>
                  <a:pt x="82510" y="110311"/>
                  <a:pt x="79564" y="113913"/>
                  <a:pt x="76438" y="117366"/>
                </a:cubicBezTo>
                <a:close/>
                <a:moveTo>
                  <a:pt x="115342" y="126296"/>
                </a:moveTo>
                <a:cubicBezTo>
                  <a:pt x="115074" y="129927"/>
                  <a:pt x="113288" y="133320"/>
                  <a:pt x="110430" y="135612"/>
                </a:cubicBezTo>
                <a:cubicBezTo>
                  <a:pt x="105698" y="138351"/>
                  <a:pt x="95607" y="134779"/>
                  <a:pt x="84713" y="125432"/>
                </a:cubicBezTo>
                <a:cubicBezTo>
                  <a:pt x="83463" y="124361"/>
                  <a:pt x="82213" y="123200"/>
                  <a:pt x="80933" y="122009"/>
                </a:cubicBezTo>
                <a:cubicBezTo>
                  <a:pt x="85487" y="116979"/>
                  <a:pt x="89684" y="111651"/>
                  <a:pt x="93494" y="106055"/>
                </a:cubicBezTo>
                <a:cubicBezTo>
                  <a:pt x="100310" y="105489"/>
                  <a:pt x="107097" y="104448"/>
                  <a:pt x="113794" y="102930"/>
                </a:cubicBezTo>
                <a:cubicBezTo>
                  <a:pt x="114092" y="104150"/>
                  <a:pt x="114360" y="105370"/>
                  <a:pt x="114598" y="106561"/>
                </a:cubicBezTo>
                <a:cubicBezTo>
                  <a:pt x="116056" y="112990"/>
                  <a:pt x="116294" y="119688"/>
                  <a:pt x="115342" y="126296"/>
                </a:cubicBezTo>
                <a:close/>
                <a:moveTo>
                  <a:pt x="120759" y="94298"/>
                </a:moveTo>
                <a:cubicBezTo>
                  <a:pt x="119926" y="94565"/>
                  <a:pt x="119092" y="94833"/>
                  <a:pt x="118229" y="95071"/>
                </a:cubicBezTo>
                <a:cubicBezTo>
                  <a:pt x="116145" y="88583"/>
                  <a:pt x="113586" y="82242"/>
                  <a:pt x="110639" y="76081"/>
                </a:cubicBezTo>
                <a:cubicBezTo>
                  <a:pt x="113496" y="70009"/>
                  <a:pt x="115907" y="63758"/>
                  <a:pt x="117931" y="57358"/>
                </a:cubicBezTo>
                <a:cubicBezTo>
                  <a:pt x="119479" y="57805"/>
                  <a:pt x="120967" y="58281"/>
                  <a:pt x="122396" y="58757"/>
                </a:cubicBezTo>
                <a:cubicBezTo>
                  <a:pt x="136267" y="63520"/>
                  <a:pt x="146000" y="70604"/>
                  <a:pt x="146000" y="76021"/>
                </a:cubicBezTo>
                <a:cubicBezTo>
                  <a:pt x="146000" y="81855"/>
                  <a:pt x="135612" y="89386"/>
                  <a:pt x="120759" y="94298"/>
                </a:cubicBezTo>
                <a:close/>
                <a:moveTo>
                  <a:pt x="76200" y="89833"/>
                </a:moveTo>
                <a:cubicBezTo>
                  <a:pt x="83724" y="89833"/>
                  <a:pt x="89833" y="83724"/>
                  <a:pt x="89833" y="76200"/>
                </a:cubicBezTo>
                <a:cubicBezTo>
                  <a:pt x="89833" y="68676"/>
                  <a:pt x="83724" y="62567"/>
                  <a:pt x="76200" y="62567"/>
                </a:cubicBezTo>
                <a:cubicBezTo>
                  <a:pt x="68676" y="62567"/>
                  <a:pt x="62567" y="68676"/>
                  <a:pt x="62567" y="76200"/>
                </a:cubicBezTo>
                <a:cubicBezTo>
                  <a:pt x="62567" y="83724"/>
                  <a:pt x="68676" y="89833"/>
                  <a:pt x="76200" y="89833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"/>
          <p:cNvSpPr/>
          <p:nvPr/>
        </p:nvSpPr>
        <p:spPr>
          <a:xfrm>
            <a:off x="6829425" y="3756698"/>
            <a:ext cx="1228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React Dashboard</a:t>
            </a:r>
            <a:endParaRPr b="0" i="0" sz="1600" u="none" cap="none" strike="noStrike"/>
          </a:p>
        </p:txBody>
      </p:sp>
      <p:sp>
        <p:nvSpPr>
          <p:cNvPr id="625" name="Google Shape;625;p13"/>
          <p:cNvSpPr/>
          <p:nvPr/>
        </p:nvSpPr>
        <p:spPr>
          <a:xfrm>
            <a:off x="11239500" y="3756698"/>
            <a:ext cx="228600" cy="248603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3"/>
          <p:cNvSpPr/>
          <p:nvPr/>
        </p:nvSpPr>
        <p:spPr>
          <a:xfrm>
            <a:off x="6410325" y="4254004"/>
            <a:ext cx="5200650" cy="497205"/>
          </a:xfrm>
          <a:custGeom>
            <a:rect b="b" l="l" r="r" t="t"/>
            <a:pathLst>
              <a:path extrusionOk="0" h="4572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3"/>
          <p:cNvSpPr/>
          <p:nvPr/>
        </p:nvSpPr>
        <p:spPr>
          <a:xfrm>
            <a:off x="6534150" y="4419772"/>
            <a:ext cx="171450" cy="165735"/>
          </a:xfrm>
          <a:custGeom>
            <a:rect b="b" l="l" r="r" t="t"/>
            <a:pathLst>
              <a:path extrusionOk="0" h="152400" w="17145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3"/>
          <p:cNvSpPr/>
          <p:nvPr/>
        </p:nvSpPr>
        <p:spPr>
          <a:xfrm>
            <a:off x="6829425" y="4378330"/>
            <a:ext cx="9525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Deploy cloud</a:t>
            </a:r>
            <a:endParaRPr b="0" i="0" sz="1600" u="none" cap="none" strike="noStrike"/>
          </a:p>
        </p:txBody>
      </p:sp>
      <p:sp>
        <p:nvSpPr>
          <p:cNvPr id="629" name="Google Shape;629;p13"/>
          <p:cNvSpPr/>
          <p:nvPr/>
        </p:nvSpPr>
        <p:spPr>
          <a:xfrm>
            <a:off x="11239500" y="4378330"/>
            <a:ext cx="228600" cy="248603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3"/>
          <p:cNvSpPr/>
          <p:nvPr/>
        </p:nvSpPr>
        <p:spPr>
          <a:xfrm>
            <a:off x="6410325" y="4875636"/>
            <a:ext cx="5200650" cy="497205"/>
          </a:xfrm>
          <a:custGeom>
            <a:rect b="b" l="l" r="r" t="t"/>
            <a:pathLst>
              <a:path extrusionOk="0" h="4572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3"/>
          <p:cNvSpPr/>
          <p:nvPr/>
        </p:nvSpPr>
        <p:spPr>
          <a:xfrm>
            <a:off x="6562725" y="5041405"/>
            <a:ext cx="114300" cy="165735"/>
          </a:xfrm>
          <a:custGeom>
            <a:rect b="b" l="l" r="r" t="t"/>
            <a:pathLst>
              <a:path extrusionOk="0"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3"/>
          <p:cNvSpPr/>
          <p:nvPr/>
        </p:nvSpPr>
        <p:spPr>
          <a:xfrm>
            <a:off x="6829425" y="4999963"/>
            <a:ext cx="1209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Documentazione</a:t>
            </a:r>
            <a:endParaRPr b="0" i="0" sz="1600" u="none" cap="none" strike="noStrike"/>
          </a:p>
        </p:txBody>
      </p:sp>
      <p:sp>
        <p:nvSpPr>
          <p:cNvPr id="633" name="Google Shape;633;p13"/>
          <p:cNvSpPr/>
          <p:nvPr/>
        </p:nvSpPr>
        <p:spPr>
          <a:xfrm>
            <a:off x="11239500" y="4999963"/>
            <a:ext cx="228600" cy="248603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3"/>
          <p:cNvSpPr/>
          <p:nvPr/>
        </p:nvSpPr>
        <p:spPr>
          <a:xfrm>
            <a:off x="6410325" y="5497269"/>
            <a:ext cx="5200650" cy="497205"/>
          </a:xfrm>
          <a:custGeom>
            <a:rect b="b" l="l" r="r" t="t"/>
            <a:pathLst>
              <a:path extrusionOk="0" h="45720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3"/>
          <p:cNvSpPr/>
          <p:nvPr/>
        </p:nvSpPr>
        <p:spPr>
          <a:xfrm>
            <a:off x="6543675" y="5663038"/>
            <a:ext cx="152400" cy="165735"/>
          </a:xfrm>
          <a:custGeom>
            <a:rect b="b" l="l" r="r" t="t"/>
            <a:pathLst>
              <a:path extrusionOk="0" h="152400" w="152400">
                <a:moveTo>
                  <a:pt x="101977" y="2798"/>
                </a:moveTo>
                <a:cubicBezTo>
                  <a:pt x="98256" y="-923"/>
                  <a:pt x="92214" y="-923"/>
                  <a:pt x="88493" y="2798"/>
                </a:cubicBezTo>
                <a:cubicBezTo>
                  <a:pt x="84773" y="6519"/>
                  <a:pt x="84773" y="12561"/>
                  <a:pt x="88493" y="16282"/>
                </a:cubicBezTo>
                <a:lnTo>
                  <a:pt x="91291" y="19050"/>
                </a:lnTo>
                <a:lnTo>
                  <a:pt x="8364" y="101977"/>
                </a:lnTo>
                <a:cubicBezTo>
                  <a:pt x="3006" y="107335"/>
                  <a:pt x="0" y="114598"/>
                  <a:pt x="0" y="122188"/>
                </a:cubicBezTo>
                <a:lnTo>
                  <a:pt x="0" y="123825"/>
                </a:lnTo>
                <a:cubicBezTo>
                  <a:pt x="0" y="139601"/>
                  <a:pt x="12799" y="152400"/>
                  <a:pt x="28575" y="152400"/>
                </a:cubicBezTo>
                <a:lnTo>
                  <a:pt x="30212" y="152400"/>
                </a:lnTo>
                <a:cubicBezTo>
                  <a:pt x="37802" y="152400"/>
                  <a:pt x="45065" y="149394"/>
                  <a:pt x="50423" y="144036"/>
                </a:cubicBezTo>
                <a:lnTo>
                  <a:pt x="133350" y="61109"/>
                </a:lnTo>
                <a:lnTo>
                  <a:pt x="136148" y="63907"/>
                </a:lnTo>
                <a:cubicBezTo>
                  <a:pt x="139869" y="67627"/>
                  <a:pt x="145911" y="67627"/>
                  <a:pt x="149632" y="63907"/>
                </a:cubicBezTo>
                <a:cubicBezTo>
                  <a:pt x="153353" y="60186"/>
                  <a:pt x="153353" y="54144"/>
                  <a:pt x="149632" y="50423"/>
                </a:cubicBezTo>
                <a:lnTo>
                  <a:pt x="102007" y="2798"/>
                </a:lnTo>
                <a:close/>
                <a:moveTo>
                  <a:pt x="61109" y="76200"/>
                </a:moveTo>
                <a:lnTo>
                  <a:pt x="104775" y="32534"/>
                </a:lnTo>
                <a:lnTo>
                  <a:pt x="119866" y="47625"/>
                </a:lnTo>
                <a:lnTo>
                  <a:pt x="91291" y="76200"/>
                </a:lnTo>
                <a:lnTo>
                  <a:pt x="61079" y="76200"/>
                </a:lnTo>
                <a:close/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3"/>
          <p:cNvSpPr/>
          <p:nvPr/>
        </p:nvSpPr>
        <p:spPr>
          <a:xfrm>
            <a:off x="6829425" y="5621595"/>
            <a:ext cx="11145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Test automatici</a:t>
            </a:r>
            <a:endParaRPr b="0" i="0" sz="1600" u="none" cap="none" strike="noStrike"/>
          </a:p>
        </p:txBody>
      </p:sp>
      <p:sp>
        <p:nvSpPr>
          <p:cNvPr id="637" name="Google Shape;637;p13"/>
          <p:cNvSpPr/>
          <p:nvPr/>
        </p:nvSpPr>
        <p:spPr>
          <a:xfrm>
            <a:off x="11239500" y="5621595"/>
            <a:ext cx="228600" cy="248603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4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Cosa abbiamo imparato — e cosa viene dopo</a:t>
            </a:r>
            <a:endParaRPr b="0" i="0" sz="1600" u="none" cap="none" strike="noStrike"/>
          </a:p>
        </p:txBody>
      </p:sp>
      <p:sp>
        <p:nvSpPr>
          <p:cNvPr id="644" name="Google Shape;644;p14"/>
          <p:cNvSpPr/>
          <p:nvPr/>
        </p:nvSpPr>
        <p:spPr>
          <a:xfrm>
            <a:off x="381000" y="838200"/>
            <a:ext cx="762000" cy="38100"/>
          </a:xfrm>
          <a:custGeom>
            <a:rect b="b" l="l" r="r" t="t"/>
            <a:pathLst>
              <a:path extrusionOk="0"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645" name="Google Shape;645;p14"/>
          <p:cNvSpPr/>
          <p:nvPr/>
        </p:nvSpPr>
        <p:spPr>
          <a:xfrm>
            <a:off x="385763" y="1033462"/>
            <a:ext cx="11420475" cy="2181225"/>
          </a:xfrm>
          <a:custGeom>
            <a:rect b="b" l="l" r="r" t="t"/>
            <a:pathLst>
              <a:path extrusionOk="0" h="2181225" w="11420475">
                <a:moveTo>
                  <a:pt x="114296" y="0"/>
                </a:moveTo>
                <a:lnTo>
                  <a:pt x="11306179" y="0"/>
                </a:lnTo>
                <a:cubicBezTo>
                  <a:pt x="11369303" y="0"/>
                  <a:pt x="11420475" y="51172"/>
                  <a:pt x="11420475" y="114296"/>
                </a:cubicBezTo>
                <a:lnTo>
                  <a:pt x="11420475" y="2066929"/>
                </a:lnTo>
                <a:cubicBezTo>
                  <a:pt x="11420475" y="2130053"/>
                  <a:pt x="11369303" y="2181225"/>
                  <a:pt x="11306179" y="2181225"/>
                </a:cubicBezTo>
                <a:lnTo>
                  <a:pt x="114296" y="2181225"/>
                </a:lnTo>
                <a:cubicBezTo>
                  <a:pt x="51172" y="2181225"/>
                  <a:pt x="0" y="2130053"/>
                  <a:pt x="0" y="2066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4"/>
          <p:cNvSpPr/>
          <p:nvPr/>
        </p:nvSpPr>
        <p:spPr>
          <a:xfrm>
            <a:off x="595313" y="1266825"/>
            <a:ext cx="257175" cy="228600"/>
          </a:xfrm>
          <a:custGeom>
            <a:rect b="b" l="l" r="r" t="t"/>
            <a:pathLst>
              <a:path extrusionOk="0" h="228600" w="257175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981075" y="1228725"/>
            <a:ext cx="180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Lezioni del Team</a:t>
            </a:r>
            <a:endParaRPr b="0" i="0" sz="1600" u="none" cap="none" strike="noStrike"/>
          </a:p>
        </p:txBody>
      </p:sp>
      <p:sp>
        <p:nvSpPr>
          <p:cNvPr id="648" name="Google Shape;648;p14"/>
          <p:cNvSpPr/>
          <p:nvPr/>
        </p:nvSpPr>
        <p:spPr>
          <a:xfrm>
            <a:off x="600075" y="1685925"/>
            <a:ext cx="2066925" cy="1333500"/>
          </a:xfrm>
          <a:custGeom>
            <a:rect b="b" l="l" r="r" t="t"/>
            <a:pathLst>
              <a:path extrusionOk="0" h="1333500" w="2066925">
                <a:moveTo>
                  <a:pt x="38100" y="0"/>
                </a:moveTo>
                <a:lnTo>
                  <a:pt x="1990729" y="0"/>
                </a:lnTo>
                <a:cubicBezTo>
                  <a:pt x="2032811" y="0"/>
                  <a:pt x="2066925" y="34114"/>
                  <a:pt x="2066925" y="76196"/>
                </a:cubicBezTo>
                <a:lnTo>
                  <a:pt x="2066925" y="1257304"/>
                </a:lnTo>
                <a:cubicBezTo>
                  <a:pt x="2066925" y="1299386"/>
                  <a:pt x="2032811" y="1333500"/>
                  <a:pt x="199072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4"/>
          <p:cNvSpPr/>
          <p:nvPr/>
        </p:nvSpPr>
        <p:spPr>
          <a:xfrm>
            <a:off x="600075" y="1685925"/>
            <a:ext cx="38100" cy="1333500"/>
          </a:xfrm>
          <a:custGeom>
            <a:rect b="b" l="l" r="r" t="t"/>
            <a:pathLst>
              <a:path extrusionOk="0" h="1333500" w="381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4"/>
          <p:cNvSpPr/>
          <p:nvPr/>
        </p:nvSpPr>
        <p:spPr>
          <a:xfrm>
            <a:off x="771525" y="18383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4"/>
          <p:cNvSpPr/>
          <p:nvPr/>
        </p:nvSpPr>
        <p:spPr>
          <a:xfrm>
            <a:off x="882700" y="1895475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</a:t>
            </a:r>
            <a:endParaRPr b="0" i="0" sz="1600" u="none" cap="none" strike="noStrike"/>
          </a:p>
        </p:txBody>
      </p:sp>
      <p:sp>
        <p:nvSpPr>
          <p:cNvPr id="652" name="Google Shape;652;p14"/>
          <p:cNvSpPr/>
          <p:nvPr/>
        </p:nvSpPr>
        <p:spPr>
          <a:xfrm>
            <a:off x="1152525" y="1876425"/>
            <a:ext cx="542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Roman</a:t>
            </a:r>
            <a:endParaRPr b="0" i="0" sz="1600" u="none" cap="none" strike="noStrike"/>
          </a:p>
        </p:txBody>
      </p:sp>
      <p:sp>
        <p:nvSpPr>
          <p:cNvPr id="653" name="Google Shape;653;p14"/>
          <p:cNvSpPr/>
          <p:nvPr/>
        </p:nvSpPr>
        <p:spPr>
          <a:xfrm>
            <a:off x="771525" y="2219325"/>
            <a:ext cx="1809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"Separare backend e frontend fin dal </a:t>
            </a:r>
            <a:r>
              <a:rPr b="1" i="0" lang="en-US" sz="10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giorno 1</a:t>
            </a: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ha evitato ogni problema di integrazione"</a:t>
            </a:r>
            <a:endParaRPr b="0" i="0" sz="1600" u="none" cap="none" strike="noStrike"/>
          </a:p>
        </p:txBody>
      </p:sp>
      <p:sp>
        <p:nvSpPr>
          <p:cNvPr id="654" name="Google Shape;654;p14"/>
          <p:cNvSpPr/>
          <p:nvPr/>
        </p:nvSpPr>
        <p:spPr>
          <a:xfrm>
            <a:off x="2836515" y="1685925"/>
            <a:ext cx="2066925" cy="1333500"/>
          </a:xfrm>
          <a:custGeom>
            <a:rect b="b" l="l" r="r" t="t"/>
            <a:pathLst>
              <a:path extrusionOk="0" h="1333500" w="2066925">
                <a:moveTo>
                  <a:pt x="38100" y="0"/>
                </a:moveTo>
                <a:lnTo>
                  <a:pt x="1990729" y="0"/>
                </a:lnTo>
                <a:cubicBezTo>
                  <a:pt x="2032811" y="0"/>
                  <a:pt x="2066925" y="34114"/>
                  <a:pt x="2066925" y="76196"/>
                </a:cubicBezTo>
                <a:lnTo>
                  <a:pt x="2066925" y="1257304"/>
                </a:lnTo>
                <a:cubicBezTo>
                  <a:pt x="2066925" y="1299386"/>
                  <a:pt x="2032811" y="1333500"/>
                  <a:pt x="199072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4"/>
          <p:cNvSpPr/>
          <p:nvPr/>
        </p:nvSpPr>
        <p:spPr>
          <a:xfrm>
            <a:off x="2836515" y="1685925"/>
            <a:ext cx="38100" cy="1333500"/>
          </a:xfrm>
          <a:custGeom>
            <a:rect b="b" l="l" r="r" t="t"/>
            <a:pathLst>
              <a:path extrusionOk="0" h="1333500" w="381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4"/>
          <p:cNvSpPr/>
          <p:nvPr/>
        </p:nvSpPr>
        <p:spPr>
          <a:xfrm>
            <a:off x="3007965" y="18383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4"/>
          <p:cNvSpPr/>
          <p:nvPr/>
        </p:nvSpPr>
        <p:spPr>
          <a:xfrm>
            <a:off x="3123307" y="1895475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L</a:t>
            </a:r>
            <a:endParaRPr b="0" i="0" sz="1600" u="none" cap="none" strike="noStrike"/>
          </a:p>
        </p:txBody>
      </p:sp>
      <p:sp>
        <p:nvSpPr>
          <p:cNvPr id="658" name="Google Shape;658;p14"/>
          <p:cNvSpPr/>
          <p:nvPr/>
        </p:nvSpPr>
        <p:spPr>
          <a:xfrm>
            <a:off x="3388965" y="18764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Luka</a:t>
            </a:r>
            <a:endParaRPr b="0" i="0" sz="1600" u="none" cap="none" strike="noStrike"/>
          </a:p>
        </p:txBody>
      </p:sp>
      <p:sp>
        <p:nvSpPr>
          <p:cNvPr id="659" name="Google Shape;659;p14"/>
          <p:cNvSpPr/>
          <p:nvPr/>
        </p:nvSpPr>
        <p:spPr>
          <a:xfrm>
            <a:off x="3007965" y="2219325"/>
            <a:ext cx="1809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“Distinguere responsabilita da compassione</a:t>
            </a: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"</a:t>
            </a:r>
            <a:endParaRPr b="0" i="0" sz="1600" u="none" cap="none" strike="noStrike"/>
          </a:p>
        </p:txBody>
      </p:sp>
      <p:sp>
        <p:nvSpPr>
          <p:cNvPr id="660" name="Google Shape;660;p14"/>
          <p:cNvSpPr/>
          <p:nvPr/>
        </p:nvSpPr>
        <p:spPr>
          <a:xfrm>
            <a:off x="5072955" y="1685925"/>
            <a:ext cx="2066925" cy="1333500"/>
          </a:xfrm>
          <a:custGeom>
            <a:rect b="b" l="l" r="r" t="t"/>
            <a:pathLst>
              <a:path extrusionOk="0" h="1333500" w="2066925">
                <a:moveTo>
                  <a:pt x="38100" y="0"/>
                </a:moveTo>
                <a:lnTo>
                  <a:pt x="1990729" y="0"/>
                </a:lnTo>
                <a:cubicBezTo>
                  <a:pt x="2032811" y="0"/>
                  <a:pt x="2066925" y="34114"/>
                  <a:pt x="2066925" y="76196"/>
                </a:cubicBezTo>
                <a:lnTo>
                  <a:pt x="2066925" y="1257304"/>
                </a:lnTo>
                <a:cubicBezTo>
                  <a:pt x="2066925" y="1299386"/>
                  <a:pt x="2032811" y="1333500"/>
                  <a:pt x="199072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4"/>
          <p:cNvSpPr/>
          <p:nvPr/>
        </p:nvSpPr>
        <p:spPr>
          <a:xfrm>
            <a:off x="5072955" y="1685925"/>
            <a:ext cx="38100" cy="1333500"/>
          </a:xfrm>
          <a:custGeom>
            <a:rect b="b" l="l" r="r" t="t"/>
            <a:pathLst>
              <a:path extrusionOk="0" h="1333500" w="381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4"/>
          <p:cNvSpPr/>
          <p:nvPr/>
        </p:nvSpPr>
        <p:spPr>
          <a:xfrm>
            <a:off x="5244405" y="18383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4"/>
          <p:cNvSpPr/>
          <p:nvPr/>
        </p:nvSpPr>
        <p:spPr>
          <a:xfrm>
            <a:off x="5355729" y="1895475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S</a:t>
            </a:r>
            <a:endParaRPr b="0" i="0" sz="1600" u="none" cap="none" strike="noStrike"/>
          </a:p>
        </p:txBody>
      </p:sp>
      <p:sp>
        <p:nvSpPr>
          <p:cNvPr id="664" name="Google Shape;664;p14"/>
          <p:cNvSpPr/>
          <p:nvPr/>
        </p:nvSpPr>
        <p:spPr>
          <a:xfrm>
            <a:off x="5625405" y="18764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Shaeek</a:t>
            </a:r>
            <a:endParaRPr b="0" i="0" sz="1600" u="none" cap="none" strike="noStrike"/>
          </a:p>
        </p:txBody>
      </p:sp>
      <p:sp>
        <p:nvSpPr>
          <p:cNvPr id="665" name="Google Shape;665;p14"/>
          <p:cNvSpPr/>
          <p:nvPr/>
        </p:nvSpPr>
        <p:spPr>
          <a:xfrm>
            <a:off x="5244405" y="2219325"/>
            <a:ext cx="1809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"Con più dispositivi I²C, i </a:t>
            </a:r>
            <a:r>
              <a:rPr b="1" i="0" lang="en-US" sz="1050" u="none" cap="none" strike="noStrike">
                <a:solidFill>
                  <a:srgbClr val="EAB308"/>
                </a:solidFill>
                <a:latin typeface="Liter"/>
                <a:ea typeface="Liter"/>
                <a:cs typeface="Liter"/>
                <a:sym typeface="Liter"/>
              </a:rPr>
              <a:t>bus separati</a:t>
            </a: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non sono opzionali — sono necessari"</a:t>
            </a:r>
            <a:endParaRPr b="0" i="0" sz="1600" u="none" cap="none" strike="noStrike"/>
          </a:p>
        </p:txBody>
      </p:sp>
      <p:sp>
        <p:nvSpPr>
          <p:cNvPr id="666" name="Google Shape;666;p14"/>
          <p:cNvSpPr/>
          <p:nvPr/>
        </p:nvSpPr>
        <p:spPr>
          <a:xfrm>
            <a:off x="7309396" y="1685925"/>
            <a:ext cx="2066925" cy="1333500"/>
          </a:xfrm>
          <a:custGeom>
            <a:rect b="b" l="l" r="r" t="t"/>
            <a:pathLst>
              <a:path extrusionOk="0" h="1333500" w="2066925">
                <a:moveTo>
                  <a:pt x="38100" y="0"/>
                </a:moveTo>
                <a:lnTo>
                  <a:pt x="1990729" y="0"/>
                </a:lnTo>
                <a:cubicBezTo>
                  <a:pt x="2032811" y="0"/>
                  <a:pt x="2066925" y="34114"/>
                  <a:pt x="2066925" y="76196"/>
                </a:cubicBezTo>
                <a:lnTo>
                  <a:pt x="2066925" y="1257304"/>
                </a:lnTo>
                <a:cubicBezTo>
                  <a:pt x="2066925" y="1299386"/>
                  <a:pt x="2032811" y="1333500"/>
                  <a:pt x="199072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4"/>
          <p:cNvSpPr/>
          <p:nvPr/>
        </p:nvSpPr>
        <p:spPr>
          <a:xfrm>
            <a:off x="7309396" y="1685925"/>
            <a:ext cx="38100" cy="1333500"/>
          </a:xfrm>
          <a:custGeom>
            <a:rect b="b" l="l" r="r" t="t"/>
            <a:pathLst>
              <a:path extrusionOk="0" h="1333500" w="381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4"/>
          <p:cNvSpPr/>
          <p:nvPr/>
        </p:nvSpPr>
        <p:spPr>
          <a:xfrm>
            <a:off x="7480846" y="18383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7573714" y="18954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M</a:t>
            </a:r>
            <a:endParaRPr b="0" i="0" sz="1600" u="none" cap="none" strike="noStrike"/>
          </a:p>
        </p:txBody>
      </p:sp>
      <p:sp>
        <p:nvSpPr>
          <p:cNvPr id="670" name="Google Shape;670;p14"/>
          <p:cNvSpPr/>
          <p:nvPr/>
        </p:nvSpPr>
        <p:spPr>
          <a:xfrm>
            <a:off x="7861846" y="1876425"/>
            <a:ext cx="56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Matteo</a:t>
            </a:r>
            <a:endParaRPr b="0" i="0" sz="1600" u="none" cap="none" strike="noStrike"/>
          </a:p>
        </p:txBody>
      </p:sp>
      <p:sp>
        <p:nvSpPr>
          <p:cNvPr id="671" name="Google Shape;671;p14"/>
          <p:cNvSpPr/>
          <p:nvPr/>
        </p:nvSpPr>
        <p:spPr>
          <a:xfrm>
            <a:off x="7480846" y="2219325"/>
            <a:ext cx="1809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"</a:t>
            </a:r>
            <a:r>
              <a:rPr b="1" i="0" lang="en-US" sz="1050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Documentare durante</a:t>
            </a: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lo sviluppo, non dopo, fa la differenza</a:t>
            </a: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"</a:t>
            </a:r>
            <a:endParaRPr b="0" i="0" sz="1600" u="none" cap="none" strike="noStrike"/>
          </a:p>
        </p:txBody>
      </p:sp>
      <p:sp>
        <p:nvSpPr>
          <p:cNvPr id="672" name="Google Shape;672;p14"/>
          <p:cNvSpPr/>
          <p:nvPr/>
        </p:nvSpPr>
        <p:spPr>
          <a:xfrm>
            <a:off x="9545836" y="1685925"/>
            <a:ext cx="2066925" cy="1333500"/>
          </a:xfrm>
          <a:custGeom>
            <a:rect b="b" l="l" r="r" t="t"/>
            <a:pathLst>
              <a:path extrusionOk="0" h="1333500" w="2066925">
                <a:moveTo>
                  <a:pt x="38100" y="0"/>
                </a:moveTo>
                <a:lnTo>
                  <a:pt x="1990729" y="0"/>
                </a:lnTo>
                <a:cubicBezTo>
                  <a:pt x="2032811" y="0"/>
                  <a:pt x="2066925" y="34114"/>
                  <a:pt x="2066925" y="76196"/>
                </a:cubicBezTo>
                <a:lnTo>
                  <a:pt x="2066925" y="1257304"/>
                </a:lnTo>
                <a:cubicBezTo>
                  <a:pt x="2066925" y="1299386"/>
                  <a:pt x="2032811" y="1333500"/>
                  <a:pt x="199072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4"/>
          <p:cNvSpPr/>
          <p:nvPr/>
        </p:nvSpPr>
        <p:spPr>
          <a:xfrm>
            <a:off x="9545836" y="1685925"/>
            <a:ext cx="38100" cy="1333500"/>
          </a:xfrm>
          <a:custGeom>
            <a:rect b="b" l="l" r="r" t="t"/>
            <a:pathLst>
              <a:path extrusionOk="0" h="1333500" w="381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4"/>
          <p:cNvSpPr/>
          <p:nvPr/>
        </p:nvSpPr>
        <p:spPr>
          <a:xfrm>
            <a:off x="9717286" y="18383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4"/>
          <p:cNvSpPr/>
          <p:nvPr/>
        </p:nvSpPr>
        <p:spPr>
          <a:xfrm>
            <a:off x="9823252" y="1895475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D</a:t>
            </a:r>
            <a:endParaRPr b="0" i="0" sz="1600" u="none" cap="none" strike="noStrike"/>
          </a:p>
        </p:txBody>
      </p:sp>
      <p:sp>
        <p:nvSpPr>
          <p:cNvPr id="676" name="Google Shape;676;p14"/>
          <p:cNvSpPr/>
          <p:nvPr/>
        </p:nvSpPr>
        <p:spPr>
          <a:xfrm>
            <a:off x="10098286" y="1876425"/>
            <a:ext cx="676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De Togni</a:t>
            </a:r>
            <a:endParaRPr b="0" i="0" sz="1600" u="none" cap="none" strike="noStrike"/>
          </a:p>
        </p:txBody>
      </p:sp>
      <p:sp>
        <p:nvSpPr>
          <p:cNvPr id="677" name="Google Shape;677;p14"/>
          <p:cNvSpPr/>
          <p:nvPr/>
        </p:nvSpPr>
        <p:spPr>
          <a:xfrm>
            <a:off x="9717286" y="2219325"/>
            <a:ext cx="1809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"Il GANTT reale </a:t>
            </a:r>
            <a:r>
              <a:rPr b="1" i="0" lang="en-US" sz="105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diverge sempre</a:t>
            </a: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da quello pianificato — e questo è normale"</a:t>
            </a:r>
            <a:endParaRPr b="0" i="0" sz="1600" u="none" cap="none" strike="noStrike"/>
          </a:p>
        </p:txBody>
      </p:sp>
      <p:sp>
        <p:nvSpPr>
          <p:cNvPr id="678" name="Google Shape;678;p14"/>
          <p:cNvSpPr/>
          <p:nvPr/>
        </p:nvSpPr>
        <p:spPr>
          <a:xfrm>
            <a:off x="385763" y="3378994"/>
            <a:ext cx="11420475" cy="3095625"/>
          </a:xfrm>
          <a:custGeom>
            <a:rect b="b" l="l" r="r" t="t"/>
            <a:pathLst>
              <a:path extrusionOk="0" h="3095625" w="11420475">
                <a:moveTo>
                  <a:pt x="114290" y="0"/>
                </a:moveTo>
                <a:lnTo>
                  <a:pt x="11306185" y="0"/>
                </a:lnTo>
                <a:cubicBezTo>
                  <a:pt x="11369305" y="0"/>
                  <a:pt x="11420475" y="51170"/>
                  <a:pt x="11420475" y="114290"/>
                </a:cubicBezTo>
                <a:lnTo>
                  <a:pt x="11420475" y="2981335"/>
                </a:lnTo>
                <a:cubicBezTo>
                  <a:pt x="11420475" y="3044455"/>
                  <a:pt x="11369305" y="3095625"/>
                  <a:pt x="11306185" y="3095625"/>
                </a:cubicBezTo>
                <a:lnTo>
                  <a:pt x="114290" y="3095625"/>
                </a:lnTo>
                <a:cubicBezTo>
                  <a:pt x="51170" y="3095625"/>
                  <a:pt x="0" y="3044455"/>
                  <a:pt x="0" y="29813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4"/>
          <p:cNvSpPr/>
          <p:nvPr/>
        </p:nvSpPr>
        <p:spPr>
          <a:xfrm>
            <a:off x="609600" y="3612356"/>
            <a:ext cx="228600" cy="228600"/>
          </a:xfrm>
          <a:custGeom>
            <a:rect b="b" l="l" r="r" t="t"/>
            <a:pathLst>
              <a:path extrusionOk="0" h="228600" w="228600">
                <a:moveTo>
                  <a:pt x="99968" y="14288"/>
                </a:moveTo>
                <a:lnTo>
                  <a:pt x="65946" y="14288"/>
                </a:lnTo>
                <a:cubicBezTo>
                  <a:pt x="52819" y="14288"/>
                  <a:pt x="41344" y="23262"/>
                  <a:pt x="38219" y="35987"/>
                </a:cubicBezTo>
                <a:lnTo>
                  <a:pt x="625" y="187747"/>
                </a:lnTo>
                <a:cubicBezTo>
                  <a:pt x="-2724" y="201231"/>
                  <a:pt x="7501" y="214313"/>
                  <a:pt x="21431" y="214313"/>
                </a:cubicBezTo>
                <a:lnTo>
                  <a:pt x="99968" y="214313"/>
                </a:lnTo>
                <a:lnTo>
                  <a:pt x="99968" y="185738"/>
                </a:lnTo>
                <a:cubicBezTo>
                  <a:pt x="99968" y="177835"/>
                  <a:pt x="106353" y="171450"/>
                  <a:pt x="114255" y="171450"/>
                </a:cubicBezTo>
                <a:cubicBezTo>
                  <a:pt x="122158" y="171450"/>
                  <a:pt x="128543" y="177835"/>
                  <a:pt x="128543" y="185738"/>
                </a:cubicBezTo>
                <a:lnTo>
                  <a:pt x="128543" y="214313"/>
                </a:lnTo>
                <a:lnTo>
                  <a:pt x="207169" y="214313"/>
                </a:lnTo>
                <a:cubicBezTo>
                  <a:pt x="221099" y="214313"/>
                  <a:pt x="231324" y="201231"/>
                  <a:pt x="227975" y="187747"/>
                </a:cubicBezTo>
                <a:lnTo>
                  <a:pt x="190426" y="35987"/>
                </a:lnTo>
                <a:cubicBezTo>
                  <a:pt x="187256" y="23262"/>
                  <a:pt x="175826" y="14288"/>
                  <a:pt x="162654" y="14288"/>
                </a:cubicBezTo>
                <a:lnTo>
                  <a:pt x="128543" y="14288"/>
                </a:lnTo>
                <a:lnTo>
                  <a:pt x="128543" y="42863"/>
                </a:lnTo>
                <a:cubicBezTo>
                  <a:pt x="128543" y="50765"/>
                  <a:pt x="122158" y="57150"/>
                  <a:pt x="114255" y="57150"/>
                </a:cubicBezTo>
                <a:cubicBezTo>
                  <a:pt x="106353" y="57150"/>
                  <a:pt x="99968" y="50765"/>
                  <a:pt x="99968" y="42863"/>
                </a:cubicBezTo>
                <a:lnTo>
                  <a:pt x="99968" y="14288"/>
                </a:lnTo>
                <a:close/>
                <a:moveTo>
                  <a:pt x="128543" y="100013"/>
                </a:moveTo>
                <a:lnTo>
                  <a:pt x="128543" y="128588"/>
                </a:lnTo>
                <a:cubicBezTo>
                  <a:pt x="128543" y="136490"/>
                  <a:pt x="122158" y="142875"/>
                  <a:pt x="114255" y="142875"/>
                </a:cubicBezTo>
                <a:cubicBezTo>
                  <a:pt x="106353" y="142875"/>
                  <a:pt x="99968" y="136490"/>
                  <a:pt x="99968" y="128588"/>
                </a:cubicBezTo>
                <a:lnTo>
                  <a:pt x="99968" y="100013"/>
                </a:lnTo>
                <a:cubicBezTo>
                  <a:pt x="99968" y="92110"/>
                  <a:pt x="106353" y="85725"/>
                  <a:pt x="114255" y="85725"/>
                </a:cubicBezTo>
                <a:cubicBezTo>
                  <a:pt x="122158" y="85725"/>
                  <a:pt x="128543" y="92110"/>
                  <a:pt x="128543" y="100013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4"/>
          <p:cNvSpPr/>
          <p:nvPr/>
        </p:nvSpPr>
        <p:spPr>
          <a:xfrm>
            <a:off x="981075" y="3574256"/>
            <a:ext cx="1771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Roadmap Futura</a:t>
            </a:r>
            <a:endParaRPr b="0" i="0" sz="1600" u="none" cap="none" strike="noStrike"/>
          </a:p>
        </p:txBody>
      </p:sp>
      <p:sp>
        <p:nvSpPr>
          <p:cNvPr id="681" name="Google Shape;681;p14"/>
          <p:cNvSpPr/>
          <p:nvPr/>
        </p:nvSpPr>
        <p:spPr>
          <a:xfrm>
            <a:off x="590550" y="4040981"/>
            <a:ext cx="3505200" cy="1543050"/>
          </a:xfrm>
          <a:custGeom>
            <a:rect b="b" l="l" r="r" t="t"/>
            <a:pathLst>
              <a:path extrusionOk="0" h="1543050" w="3505200">
                <a:moveTo>
                  <a:pt x="76196" y="0"/>
                </a:moveTo>
                <a:lnTo>
                  <a:pt x="3429004" y="0"/>
                </a:lnTo>
                <a:cubicBezTo>
                  <a:pt x="3471086" y="0"/>
                  <a:pt x="3505200" y="34114"/>
                  <a:pt x="3505200" y="76196"/>
                </a:cubicBezTo>
                <a:lnTo>
                  <a:pt x="3505200" y="1466854"/>
                </a:lnTo>
                <a:cubicBezTo>
                  <a:pt x="3505200" y="1508936"/>
                  <a:pt x="3471086" y="1543050"/>
                  <a:pt x="3429004" y="1543050"/>
                </a:cubicBezTo>
                <a:lnTo>
                  <a:pt x="76196" y="1543050"/>
                </a:lnTo>
                <a:cubicBezTo>
                  <a:pt x="34114" y="1543050"/>
                  <a:pt x="0" y="1508936"/>
                  <a:pt x="0" y="1466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"/>
          <p:cNvSpPr/>
          <p:nvPr/>
        </p:nvSpPr>
        <p:spPr>
          <a:xfrm>
            <a:off x="752475" y="4202906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4"/>
          <p:cNvSpPr/>
          <p:nvPr/>
        </p:nvSpPr>
        <p:spPr>
          <a:xfrm>
            <a:off x="845790" y="4260056"/>
            <a:ext cx="276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H1</a:t>
            </a:r>
            <a:endParaRPr b="0" i="0" sz="1600" u="none" cap="none" strike="noStrike"/>
          </a:p>
        </p:txBody>
      </p:sp>
      <p:sp>
        <p:nvSpPr>
          <p:cNvPr id="684" name="Google Shape;684;p14"/>
          <p:cNvSpPr/>
          <p:nvPr/>
        </p:nvSpPr>
        <p:spPr>
          <a:xfrm>
            <a:off x="1209675" y="4202906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Liter"/>
                <a:ea typeface="Liter"/>
                <a:cs typeface="Liter"/>
                <a:sym typeface="Liter"/>
              </a:rPr>
              <a:t>Breve Termine</a:t>
            </a:r>
            <a:endParaRPr b="0" i="0" sz="1600" u="none" cap="none" strike="noStrike"/>
          </a:p>
        </p:txBody>
      </p:sp>
      <p:sp>
        <p:nvSpPr>
          <p:cNvPr id="685" name="Google Shape;685;p14"/>
          <p:cNvSpPr/>
          <p:nvPr/>
        </p:nvSpPr>
        <p:spPr>
          <a:xfrm>
            <a:off x="1209675" y="4431506"/>
            <a:ext cx="102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Prossimi mesi</a:t>
            </a:r>
            <a:endParaRPr b="0" i="0" sz="1600" u="none" cap="none" strike="noStrike"/>
          </a:p>
        </p:txBody>
      </p:sp>
      <p:sp>
        <p:nvSpPr>
          <p:cNvPr id="686" name="Google Shape;686;p14"/>
          <p:cNvSpPr/>
          <p:nvPr/>
        </p:nvSpPr>
        <p:spPr>
          <a:xfrm>
            <a:off x="766763" y="4736306"/>
            <a:ext cx="114300" cy="114300"/>
          </a:xfrm>
          <a:custGeom>
            <a:rect b="b" l="l" r="r" t="t"/>
            <a:pathLst>
              <a:path extrusionOk="0" h="114300" w="114300">
                <a:moveTo>
                  <a:pt x="10716" y="14288"/>
                </a:moveTo>
                <a:cubicBezTo>
                  <a:pt x="4800" y="14288"/>
                  <a:pt x="0" y="19087"/>
                  <a:pt x="0" y="25003"/>
                </a:cubicBezTo>
                <a:cubicBezTo>
                  <a:pt x="0" y="28374"/>
                  <a:pt x="1585" y="31544"/>
                  <a:pt x="4286" y="33576"/>
                </a:cubicBezTo>
                <a:lnTo>
                  <a:pt x="50721" y="68401"/>
                </a:lnTo>
                <a:cubicBezTo>
                  <a:pt x="54538" y="71259"/>
                  <a:pt x="59762" y="71259"/>
                  <a:pt x="63579" y="68401"/>
                </a:cubicBezTo>
                <a:lnTo>
                  <a:pt x="110014" y="33576"/>
                </a:lnTo>
                <a:cubicBezTo>
                  <a:pt x="112715" y="31544"/>
                  <a:pt x="114300" y="28374"/>
                  <a:pt x="114300" y="25003"/>
                </a:cubicBezTo>
                <a:cubicBezTo>
                  <a:pt x="114300" y="19087"/>
                  <a:pt x="109500" y="14287"/>
                  <a:pt x="103584" y="14287"/>
                </a:cubicBezTo>
                <a:lnTo>
                  <a:pt x="10716" y="14288"/>
                </a:lnTo>
                <a:close/>
                <a:moveTo>
                  <a:pt x="0" y="43755"/>
                </a:moveTo>
                <a:lnTo>
                  <a:pt x="0" y="85725"/>
                </a:lnTo>
                <a:cubicBezTo>
                  <a:pt x="0" y="93605"/>
                  <a:pt x="6407" y="100013"/>
                  <a:pt x="14288" y="100013"/>
                </a:cubicBezTo>
                <a:lnTo>
                  <a:pt x="100013" y="100013"/>
                </a:lnTo>
                <a:cubicBezTo>
                  <a:pt x="107893" y="100013"/>
                  <a:pt x="114300" y="93605"/>
                  <a:pt x="114300" y="85725"/>
                </a:cubicBezTo>
                <a:lnTo>
                  <a:pt x="114300" y="43755"/>
                </a:lnTo>
                <a:lnTo>
                  <a:pt x="70009" y="76974"/>
                </a:lnTo>
                <a:cubicBezTo>
                  <a:pt x="62396" y="82689"/>
                  <a:pt x="51904" y="82689"/>
                  <a:pt x="44291" y="76974"/>
                </a:cubicBezTo>
                <a:lnTo>
                  <a:pt x="0" y="43755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4"/>
          <p:cNvSpPr/>
          <p:nvPr/>
        </p:nvSpPr>
        <p:spPr>
          <a:xfrm>
            <a:off x="895350" y="46982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Email verification</a:t>
            </a:r>
            <a:endParaRPr b="0" i="0" sz="1600" u="none" cap="none" strike="noStrike"/>
          </a:p>
        </p:txBody>
      </p:sp>
      <p:sp>
        <p:nvSpPr>
          <p:cNvPr id="688" name="Google Shape;688;p14"/>
          <p:cNvSpPr/>
          <p:nvPr/>
        </p:nvSpPr>
        <p:spPr>
          <a:xfrm>
            <a:off x="766763" y="5003006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ubicBezTo>
                  <a:pt x="0" y="25608"/>
                  <a:pt x="25608" y="0"/>
                  <a:pt x="57150" y="0"/>
                </a:cubicBezTo>
                <a:close/>
                <a:moveTo>
                  <a:pt x="51792" y="26789"/>
                </a:moveTo>
                <a:lnTo>
                  <a:pt x="51792" y="57150"/>
                </a:lnTo>
                <a:cubicBezTo>
                  <a:pt x="51792" y="58936"/>
                  <a:pt x="52685" y="60610"/>
                  <a:pt x="54181" y="61615"/>
                </a:cubicBezTo>
                <a:lnTo>
                  <a:pt x="75612" y="75902"/>
                </a:lnTo>
                <a:cubicBezTo>
                  <a:pt x="78068" y="77554"/>
                  <a:pt x="81394" y="76885"/>
                  <a:pt x="83046" y="74407"/>
                </a:cubicBezTo>
                <a:cubicBezTo>
                  <a:pt x="84698" y="71929"/>
                  <a:pt x="84028" y="68625"/>
                  <a:pt x="81550" y="66973"/>
                </a:cubicBezTo>
                <a:lnTo>
                  <a:pt x="62508" y="54293"/>
                </a:lnTo>
                <a:lnTo>
                  <a:pt x="62508" y="26789"/>
                </a:lnTo>
                <a:cubicBezTo>
                  <a:pt x="62508" y="23820"/>
                  <a:pt x="60119" y="21431"/>
                  <a:pt x="57150" y="21431"/>
                </a:cubicBezTo>
                <a:cubicBezTo>
                  <a:pt x="54181" y="21431"/>
                  <a:pt x="51792" y="23820"/>
                  <a:pt x="51792" y="26789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4"/>
          <p:cNvSpPr/>
          <p:nvPr/>
        </p:nvSpPr>
        <p:spPr>
          <a:xfrm>
            <a:off x="895350" y="49649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Token expiration</a:t>
            </a:r>
            <a:endParaRPr b="0" i="0" sz="1600" u="none" cap="none" strike="noStrike"/>
          </a:p>
        </p:txBody>
      </p:sp>
      <p:sp>
        <p:nvSpPr>
          <p:cNvPr id="690" name="Google Shape;690;p14"/>
          <p:cNvSpPr/>
          <p:nvPr/>
        </p:nvSpPr>
        <p:spPr>
          <a:xfrm>
            <a:off x="766763" y="5269706"/>
            <a:ext cx="114300" cy="114300"/>
          </a:xfrm>
          <a:custGeom>
            <a:rect b="b" l="l" r="r" t="t"/>
            <a:pathLst>
              <a:path extrusionOk="0" h="114300" w="114300">
                <a:moveTo>
                  <a:pt x="75009" y="78581"/>
                </a:moveTo>
                <a:cubicBezTo>
                  <a:pt x="96709" y="78581"/>
                  <a:pt x="114300" y="60990"/>
                  <a:pt x="114300" y="39291"/>
                </a:cubicBezTo>
                <a:cubicBezTo>
                  <a:pt x="114300" y="17591"/>
                  <a:pt x="96709" y="0"/>
                  <a:pt x="75009" y="0"/>
                </a:cubicBezTo>
                <a:cubicBezTo>
                  <a:pt x="53310" y="0"/>
                  <a:pt x="35719" y="17591"/>
                  <a:pt x="35719" y="39291"/>
                </a:cubicBezTo>
                <a:cubicBezTo>
                  <a:pt x="35719" y="43465"/>
                  <a:pt x="36366" y="47506"/>
                  <a:pt x="37572" y="51279"/>
                </a:cubicBezTo>
                <a:lnTo>
                  <a:pt x="1563" y="87288"/>
                </a:lnTo>
                <a:cubicBezTo>
                  <a:pt x="558" y="88292"/>
                  <a:pt x="0" y="89654"/>
                  <a:pt x="0" y="91083"/>
                </a:cubicBezTo>
                <a:lnTo>
                  <a:pt x="0" y="108942"/>
                </a:lnTo>
                <a:cubicBezTo>
                  <a:pt x="0" y="111911"/>
                  <a:pt x="2389" y="114300"/>
                  <a:pt x="5358" y="114300"/>
                </a:cubicBezTo>
                <a:lnTo>
                  <a:pt x="23217" y="114300"/>
                </a:lnTo>
                <a:cubicBezTo>
                  <a:pt x="26186" y="114300"/>
                  <a:pt x="28575" y="111911"/>
                  <a:pt x="28575" y="108942"/>
                </a:cubicBezTo>
                <a:lnTo>
                  <a:pt x="28575" y="100013"/>
                </a:lnTo>
                <a:lnTo>
                  <a:pt x="37505" y="100013"/>
                </a:lnTo>
                <a:cubicBezTo>
                  <a:pt x="40474" y="100013"/>
                  <a:pt x="42863" y="97624"/>
                  <a:pt x="42863" y="94655"/>
                </a:cubicBezTo>
                <a:lnTo>
                  <a:pt x="42863" y="85725"/>
                </a:lnTo>
                <a:lnTo>
                  <a:pt x="51792" y="85725"/>
                </a:lnTo>
                <a:cubicBezTo>
                  <a:pt x="53221" y="85725"/>
                  <a:pt x="54583" y="85167"/>
                  <a:pt x="55587" y="84162"/>
                </a:cubicBezTo>
                <a:lnTo>
                  <a:pt x="63021" y="76728"/>
                </a:lnTo>
                <a:cubicBezTo>
                  <a:pt x="66794" y="77934"/>
                  <a:pt x="70835" y="78581"/>
                  <a:pt x="75009" y="78581"/>
                </a:cubicBezTo>
                <a:close/>
                <a:moveTo>
                  <a:pt x="83939" y="21431"/>
                </a:moveTo>
                <a:cubicBezTo>
                  <a:pt x="88867" y="21431"/>
                  <a:pt x="92869" y="25433"/>
                  <a:pt x="92869" y="30361"/>
                </a:cubicBezTo>
                <a:cubicBezTo>
                  <a:pt x="92869" y="35289"/>
                  <a:pt x="88867" y="39291"/>
                  <a:pt x="83939" y="39291"/>
                </a:cubicBezTo>
                <a:cubicBezTo>
                  <a:pt x="79011" y="39291"/>
                  <a:pt x="75009" y="35289"/>
                  <a:pt x="75009" y="30361"/>
                </a:cubicBezTo>
                <a:cubicBezTo>
                  <a:pt x="75009" y="25433"/>
                  <a:pt x="79011" y="21431"/>
                  <a:pt x="83939" y="2143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4"/>
          <p:cNvSpPr/>
          <p:nvPr/>
        </p:nvSpPr>
        <p:spPr>
          <a:xfrm>
            <a:off x="895350" y="52316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API key ESP32</a:t>
            </a:r>
            <a:endParaRPr b="0" i="0" sz="1600" u="none" cap="none" strike="noStrike"/>
          </a:p>
        </p:txBody>
      </p:sp>
      <p:sp>
        <p:nvSpPr>
          <p:cNvPr id="692" name="Google Shape;692;p14"/>
          <p:cNvSpPr/>
          <p:nvPr/>
        </p:nvSpPr>
        <p:spPr>
          <a:xfrm>
            <a:off x="4343400" y="4040981"/>
            <a:ext cx="3505200" cy="1543050"/>
          </a:xfrm>
          <a:custGeom>
            <a:rect b="b" l="l" r="r" t="t"/>
            <a:pathLst>
              <a:path extrusionOk="0" h="1543050" w="3505200">
                <a:moveTo>
                  <a:pt x="76196" y="0"/>
                </a:moveTo>
                <a:lnTo>
                  <a:pt x="3429004" y="0"/>
                </a:lnTo>
                <a:cubicBezTo>
                  <a:pt x="3471086" y="0"/>
                  <a:pt x="3505200" y="34114"/>
                  <a:pt x="3505200" y="76196"/>
                </a:cubicBezTo>
                <a:lnTo>
                  <a:pt x="3505200" y="1466854"/>
                </a:lnTo>
                <a:cubicBezTo>
                  <a:pt x="3505200" y="1508936"/>
                  <a:pt x="3471086" y="1543050"/>
                  <a:pt x="3429004" y="1543050"/>
                </a:cubicBezTo>
                <a:lnTo>
                  <a:pt x="76196" y="1543050"/>
                </a:lnTo>
                <a:cubicBezTo>
                  <a:pt x="34114" y="1543050"/>
                  <a:pt x="0" y="1508936"/>
                  <a:pt x="0" y="1466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4"/>
          <p:cNvSpPr/>
          <p:nvPr/>
        </p:nvSpPr>
        <p:spPr>
          <a:xfrm>
            <a:off x="4505325" y="4202906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4"/>
          <p:cNvSpPr/>
          <p:nvPr/>
        </p:nvSpPr>
        <p:spPr>
          <a:xfrm>
            <a:off x="4583162" y="4260056"/>
            <a:ext cx="314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H2</a:t>
            </a:r>
            <a:endParaRPr b="0" i="0" sz="1600" u="none" cap="none" strike="noStrike"/>
          </a:p>
        </p:txBody>
      </p:sp>
      <p:sp>
        <p:nvSpPr>
          <p:cNvPr id="695" name="Google Shape;695;p14"/>
          <p:cNvSpPr/>
          <p:nvPr/>
        </p:nvSpPr>
        <p:spPr>
          <a:xfrm>
            <a:off x="4962525" y="4202906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Medio Termine</a:t>
            </a:r>
            <a:endParaRPr b="0" i="0" sz="1600" u="none" cap="none" strike="noStrike"/>
          </a:p>
        </p:txBody>
      </p:sp>
      <p:sp>
        <p:nvSpPr>
          <p:cNvPr id="696" name="Google Shape;696;p14"/>
          <p:cNvSpPr/>
          <p:nvPr/>
        </p:nvSpPr>
        <p:spPr>
          <a:xfrm>
            <a:off x="4962525" y="4431506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6-12 mesi</a:t>
            </a:r>
            <a:endParaRPr b="0" i="0" sz="1600" u="none" cap="none" strike="noStrike"/>
          </a:p>
        </p:txBody>
      </p:sp>
      <p:sp>
        <p:nvSpPr>
          <p:cNvPr id="697" name="Google Shape;697;p14"/>
          <p:cNvSpPr/>
          <p:nvPr/>
        </p:nvSpPr>
        <p:spPr>
          <a:xfrm>
            <a:off x="4519613" y="4736306"/>
            <a:ext cx="114300" cy="114300"/>
          </a:xfrm>
          <a:custGeom>
            <a:rect b="b" l="l" r="r" t="t"/>
            <a:pathLst>
              <a:path extrusionOk="0" h="114300" w="114300">
                <a:moveTo>
                  <a:pt x="51904" y="1161"/>
                </a:moveTo>
                <a:cubicBezTo>
                  <a:pt x="55230" y="-380"/>
                  <a:pt x="59070" y="-380"/>
                  <a:pt x="62396" y="1161"/>
                </a:cubicBezTo>
                <a:lnTo>
                  <a:pt x="111197" y="23708"/>
                </a:lnTo>
                <a:cubicBezTo>
                  <a:pt x="113094" y="24579"/>
                  <a:pt x="114300" y="26477"/>
                  <a:pt x="114300" y="28575"/>
                </a:cubicBezTo>
                <a:cubicBezTo>
                  <a:pt x="114300" y="30673"/>
                  <a:pt x="113094" y="32571"/>
                  <a:pt x="111197" y="33442"/>
                </a:cubicBezTo>
                <a:lnTo>
                  <a:pt x="62396" y="55989"/>
                </a:lnTo>
                <a:cubicBezTo>
                  <a:pt x="59070" y="57530"/>
                  <a:pt x="55230" y="57530"/>
                  <a:pt x="51904" y="55989"/>
                </a:cubicBezTo>
                <a:lnTo>
                  <a:pt x="3103" y="33442"/>
                </a:lnTo>
                <a:cubicBezTo>
                  <a:pt x="1206" y="32549"/>
                  <a:pt x="0" y="30651"/>
                  <a:pt x="0" y="28575"/>
                </a:cubicBezTo>
                <a:cubicBezTo>
                  <a:pt x="0" y="26499"/>
                  <a:pt x="1206" y="24579"/>
                  <a:pt x="3103" y="23708"/>
                </a:cubicBezTo>
                <a:lnTo>
                  <a:pt x="51904" y="1161"/>
                </a:lnTo>
                <a:close/>
                <a:moveTo>
                  <a:pt x="10738" y="48756"/>
                </a:moveTo>
                <a:lnTo>
                  <a:pt x="47417" y="65700"/>
                </a:lnTo>
                <a:cubicBezTo>
                  <a:pt x="53600" y="68558"/>
                  <a:pt x="60722" y="68558"/>
                  <a:pt x="66906" y="65700"/>
                </a:cubicBezTo>
                <a:lnTo>
                  <a:pt x="103584" y="48756"/>
                </a:lnTo>
                <a:lnTo>
                  <a:pt x="111197" y="52283"/>
                </a:lnTo>
                <a:cubicBezTo>
                  <a:pt x="113094" y="53154"/>
                  <a:pt x="114300" y="55052"/>
                  <a:pt x="114300" y="57150"/>
                </a:cubicBezTo>
                <a:cubicBezTo>
                  <a:pt x="114300" y="59248"/>
                  <a:pt x="113094" y="61146"/>
                  <a:pt x="111197" y="62017"/>
                </a:cubicBezTo>
                <a:lnTo>
                  <a:pt x="62396" y="84564"/>
                </a:lnTo>
                <a:cubicBezTo>
                  <a:pt x="59070" y="86105"/>
                  <a:pt x="55230" y="86105"/>
                  <a:pt x="51904" y="84564"/>
                </a:cubicBezTo>
                <a:lnTo>
                  <a:pt x="3103" y="62017"/>
                </a:lnTo>
                <a:cubicBezTo>
                  <a:pt x="1206" y="61124"/>
                  <a:pt x="0" y="59226"/>
                  <a:pt x="0" y="57150"/>
                </a:cubicBezTo>
                <a:cubicBezTo>
                  <a:pt x="0" y="55074"/>
                  <a:pt x="1206" y="53154"/>
                  <a:pt x="3103" y="52283"/>
                </a:cubicBezTo>
                <a:lnTo>
                  <a:pt x="10716" y="48756"/>
                </a:lnTo>
                <a:close/>
                <a:moveTo>
                  <a:pt x="3103" y="80858"/>
                </a:moveTo>
                <a:lnTo>
                  <a:pt x="10716" y="77331"/>
                </a:lnTo>
                <a:lnTo>
                  <a:pt x="47394" y="94275"/>
                </a:lnTo>
                <a:cubicBezTo>
                  <a:pt x="53578" y="97133"/>
                  <a:pt x="60700" y="97133"/>
                  <a:pt x="66883" y="94275"/>
                </a:cubicBezTo>
                <a:lnTo>
                  <a:pt x="103562" y="77331"/>
                </a:lnTo>
                <a:lnTo>
                  <a:pt x="111175" y="80858"/>
                </a:lnTo>
                <a:cubicBezTo>
                  <a:pt x="113072" y="81729"/>
                  <a:pt x="114278" y="83627"/>
                  <a:pt x="114278" y="85725"/>
                </a:cubicBezTo>
                <a:cubicBezTo>
                  <a:pt x="114278" y="87823"/>
                  <a:pt x="113072" y="89721"/>
                  <a:pt x="111175" y="90592"/>
                </a:cubicBezTo>
                <a:lnTo>
                  <a:pt x="62374" y="113139"/>
                </a:lnTo>
                <a:cubicBezTo>
                  <a:pt x="59048" y="114680"/>
                  <a:pt x="55208" y="114680"/>
                  <a:pt x="51881" y="113139"/>
                </a:cubicBezTo>
                <a:lnTo>
                  <a:pt x="3103" y="90592"/>
                </a:lnTo>
                <a:cubicBezTo>
                  <a:pt x="1206" y="89699"/>
                  <a:pt x="0" y="87801"/>
                  <a:pt x="0" y="85725"/>
                </a:cubicBezTo>
                <a:cubicBezTo>
                  <a:pt x="0" y="83649"/>
                  <a:pt x="1206" y="81729"/>
                  <a:pt x="3103" y="8085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4"/>
          <p:cNvSpPr/>
          <p:nvPr/>
        </p:nvSpPr>
        <p:spPr>
          <a:xfrm>
            <a:off x="4648200" y="46982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Multi-dispositivo</a:t>
            </a:r>
            <a:endParaRPr b="0" i="0" sz="1600" u="none" cap="none" strike="noStrike"/>
          </a:p>
        </p:txBody>
      </p:sp>
      <p:sp>
        <p:nvSpPr>
          <p:cNvPr id="699" name="Google Shape;699;p14"/>
          <p:cNvSpPr/>
          <p:nvPr/>
        </p:nvSpPr>
        <p:spPr>
          <a:xfrm>
            <a:off x="4519613" y="5003006"/>
            <a:ext cx="114300" cy="114300"/>
          </a:xfrm>
          <a:custGeom>
            <a:rect b="b" l="l" r="r" t="t"/>
            <a:pathLst>
              <a:path extrusionOk="0" h="114300" w="114300">
                <a:moveTo>
                  <a:pt x="14712" y="51011"/>
                </a:moveTo>
                <a:cubicBezTo>
                  <a:pt x="17681" y="30249"/>
                  <a:pt x="35562" y="14288"/>
                  <a:pt x="57150" y="14288"/>
                </a:cubicBezTo>
                <a:cubicBezTo>
                  <a:pt x="68982" y="14288"/>
                  <a:pt x="79697" y="19087"/>
                  <a:pt x="87466" y="26834"/>
                </a:cubicBezTo>
                <a:cubicBezTo>
                  <a:pt x="87511" y="26878"/>
                  <a:pt x="87556" y="26923"/>
                  <a:pt x="87600" y="26968"/>
                </a:cubicBezTo>
                <a:lnTo>
                  <a:pt x="89297" y="28575"/>
                </a:lnTo>
                <a:lnTo>
                  <a:pt x="78604" y="28575"/>
                </a:lnTo>
                <a:cubicBezTo>
                  <a:pt x="74652" y="28575"/>
                  <a:pt x="71460" y="31767"/>
                  <a:pt x="71460" y="35719"/>
                </a:cubicBezTo>
                <a:cubicBezTo>
                  <a:pt x="71460" y="39670"/>
                  <a:pt x="74652" y="42863"/>
                  <a:pt x="78604" y="42863"/>
                </a:cubicBezTo>
                <a:lnTo>
                  <a:pt x="107179" y="42863"/>
                </a:lnTo>
                <a:cubicBezTo>
                  <a:pt x="111130" y="42863"/>
                  <a:pt x="114322" y="39670"/>
                  <a:pt x="114322" y="35719"/>
                </a:cubicBezTo>
                <a:lnTo>
                  <a:pt x="114322" y="7144"/>
                </a:lnTo>
                <a:cubicBezTo>
                  <a:pt x="114322" y="3192"/>
                  <a:pt x="111130" y="0"/>
                  <a:pt x="107179" y="0"/>
                </a:cubicBezTo>
                <a:cubicBezTo>
                  <a:pt x="103227" y="0"/>
                  <a:pt x="100035" y="3192"/>
                  <a:pt x="100035" y="7144"/>
                </a:cubicBezTo>
                <a:lnTo>
                  <a:pt x="100035" y="19065"/>
                </a:lnTo>
                <a:lnTo>
                  <a:pt x="97512" y="16676"/>
                </a:lnTo>
                <a:cubicBezTo>
                  <a:pt x="87176" y="6385"/>
                  <a:pt x="72889" y="0"/>
                  <a:pt x="57150" y="0"/>
                </a:cubicBezTo>
                <a:cubicBezTo>
                  <a:pt x="28352" y="0"/>
                  <a:pt x="4532" y="21297"/>
                  <a:pt x="580" y="49002"/>
                </a:cubicBezTo>
                <a:cubicBezTo>
                  <a:pt x="22" y="52908"/>
                  <a:pt x="2724" y="56525"/>
                  <a:pt x="6630" y="57083"/>
                </a:cubicBezTo>
                <a:cubicBezTo>
                  <a:pt x="10537" y="57641"/>
                  <a:pt x="14154" y="54918"/>
                  <a:pt x="14712" y="51033"/>
                </a:cubicBezTo>
                <a:close/>
                <a:moveTo>
                  <a:pt x="113720" y="65298"/>
                </a:moveTo>
                <a:cubicBezTo>
                  <a:pt x="114278" y="61392"/>
                  <a:pt x="111554" y="57775"/>
                  <a:pt x="107670" y="57217"/>
                </a:cubicBezTo>
                <a:cubicBezTo>
                  <a:pt x="103785" y="56659"/>
                  <a:pt x="100146" y="59382"/>
                  <a:pt x="99588" y="63267"/>
                </a:cubicBezTo>
                <a:cubicBezTo>
                  <a:pt x="96619" y="84028"/>
                  <a:pt x="78738" y="99990"/>
                  <a:pt x="57150" y="99990"/>
                </a:cubicBezTo>
                <a:cubicBezTo>
                  <a:pt x="45318" y="99990"/>
                  <a:pt x="34603" y="95190"/>
                  <a:pt x="26834" y="87444"/>
                </a:cubicBezTo>
                <a:cubicBezTo>
                  <a:pt x="26789" y="87399"/>
                  <a:pt x="26744" y="87355"/>
                  <a:pt x="26700" y="87310"/>
                </a:cubicBezTo>
                <a:lnTo>
                  <a:pt x="25003" y="85703"/>
                </a:lnTo>
                <a:lnTo>
                  <a:pt x="35696" y="85703"/>
                </a:lnTo>
                <a:cubicBezTo>
                  <a:pt x="39648" y="85703"/>
                  <a:pt x="42840" y="82510"/>
                  <a:pt x="42840" y="78559"/>
                </a:cubicBezTo>
                <a:cubicBezTo>
                  <a:pt x="42840" y="74608"/>
                  <a:pt x="39648" y="71415"/>
                  <a:pt x="35696" y="71415"/>
                </a:cubicBezTo>
                <a:lnTo>
                  <a:pt x="7144" y="71438"/>
                </a:lnTo>
                <a:cubicBezTo>
                  <a:pt x="5246" y="71438"/>
                  <a:pt x="3416" y="72197"/>
                  <a:pt x="2076" y="73558"/>
                </a:cubicBezTo>
                <a:cubicBezTo>
                  <a:pt x="737" y="74920"/>
                  <a:pt x="-22" y="76728"/>
                  <a:pt x="0" y="78648"/>
                </a:cubicBezTo>
                <a:lnTo>
                  <a:pt x="223" y="107000"/>
                </a:lnTo>
                <a:cubicBezTo>
                  <a:pt x="246" y="110951"/>
                  <a:pt x="3483" y="114121"/>
                  <a:pt x="7434" y="114077"/>
                </a:cubicBezTo>
                <a:cubicBezTo>
                  <a:pt x="11385" y="114032"/>
                  <a:pt x="14555" y="110817"/>
                  <a:pt x="14511" y="106866"/>
                </a:cubicBezTo>
                <a:lnTo>
                  <a:pt x="14421" y="95369"/>
                </a:lnTo>
                <a:lnTo>
                  <a:pt x="16810" y="97624"/>
                </a:lnTo>
                <a:cubicBezTo>
                  <a:pt x="27146" y="107915"/>
                  <a:pt x="41411" y="114300"/>
                  <a:pt x="57150" y="114300"/>
                </a:cubicBezTo>
                <a:cubicBezTo>
                  <a:pt x="85948" y="114300"/>
                  <a:pt x="109768" y="93003"/>
                  <a:pt x="113720" y="6529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"/>
          <p:cNvSpPr/>
          <p:nvPr/>
        </p:nvSpPr>
        <p:spPr>
          <a:xfrm>
            <a:off x="4648200" y="49649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CI/CD pipeline</a:t>
            </a:r>
            <a:endParaRPr b="0" i="0" sz="1600" u="none" cap="none" strike="noStrike"/>
          </a:p>
        </p:txBody>
      </p:sp>
      <p:sp>
        <p:nvSpPr>
          <p:cNvPr id="701" name="Google Shape;701;p14"/>
          <p:cNvSpPr/>
          <p:nvPr/>
        </p:nvSpPr>
        <p:spPr>
          <a:xfrm>
            <a:off x="4512469" y="5269706"/>
            <a:ext cx="128588" cy="114300"/>
          </a:xfrm>
          <a:custGeom>
            <a:rect b="b" l="l" r="r" t="t"/>
            <a:pathLst>
              <a:path extrusionOk="0" h="114300" w="128588">
                <a:moveTo>
                  <a:pt x="50006" y="55364"/>
                </a:moveTo>
                <a:cubicBezTo>
                  <a:pt x="64792" y="55364"/>
                  <a:pt x="76795" y="43360"/>
                  <a:pt x="76795" y="28575"/>
                </a:cubicBezTo>
                <a:cubicBezTo>
                  <a:pt x="76795" y="13790"/>
                  <a:pt x="64792" y="1786"/>
                  <a:pt x="50006" y="1786"/>
                </a:cubicBezTo>
                <a:cubicBezTo>
                  <a:pt x="35221" y="1786"/>
                  <a:pt x="23217" y="13790"/>
                  <a:pt x="23217" y="28575"/>
                </a:cubicBezTo>
                <a:cubicBezTo>
                  <a:pt x="23217" y="43360"/>
                  <a:pt x="35221" y="55364"/>
                  <a:pt x="50006" y="55364"/>
                </a:cubicBezTo>
                <a:close/>
                <a:moveTo>
                  <a:pt x="43376" y="67866"/>
                </a:moveTo>
                <a:cubicBezTo>
                  <a:pt x="21387" y="67866"/>
                  <a:pt x="3572" y="85680"/>
                  <a:pt x="3572" y="107670"/>
                </a:cubicBezTo>
                <a:cubicBezTo>
                  <a:pt x="3572" y="111331"/>
                  <a:pt x="6541" y="114300"/>
                  <a:pt x="10202" y="114300"/>
                </a:cubicBezTo>
                <a:lnTo>
                  <a:pt x="66348" y="114300"/>
                </a:lnTo>
                <a:cubicBezTo>
                  <a:pt x="58266" y="104790"/>
                  <a:pt x="53578" y="92534"/>
                  <a:pt x="53578" y="79564"/>
                </a:cubicBezTo>
                <a:lnTo>
                  <a:pt x="53578" y="72621"/>
                </a:lnTo>
                <a:cubicBezTo>
                  <a:pt x="53578" y="70991"/>
                  <a:pt x="53801" y="69384"/>
                  <a:pt x="54226" y="67866"/>
                </a:cubicBezTo>
                <a:lnTo>
                  <a:pt x="43376" y="67866"/>
                </a:lnTo>
                <a:close/>
                <a:moveTo>
                  <a:pt x="99410" y="109054"/>
                </a:moveTo>
                <a:lnTo>
                  <a:pt x="96441" y="110460"/>
                </a:lnTo>
                <a:lnTo>
                  <a:pt x="96441" y="68468"/>
                </a:lnTo>
                <a:lnTo>
                  <a:pt x="117872" y="75612"/>
                </a:lnTo>
                <a:lnTo>
                  <a:pt x="117872" y="79988"/>
                </a:lnTo>
                <a:cubicBezTo>
                  <a:pt x="117872" y="92445"/>
                  <a:pt x="110683" y="103763"/>
                  <a:pt x="99410" y="109076"/>
                </a:cubicBezTo>
                <a:close/>
                <a:moveTo>
                  <a:pt x="94186" y="57931"/>
                </a:moveTo>
                <a:lnTo>
                  <a:pt x="69183" y="66258"/>
                </a:lnTo>
                <a:cubicBezTo>
                  <a:pt x="66258" y="67241"/>
                  <a:pt x="64294" y="69964"/>
                  <a:pt x="64294" y="73045"/>
                </a:cubicBezTo>
                <a:lnTo>
                  <a:pt x="64294" y="79988"/>
                </a:lnTo>
                <a:cubicBezTo>
                  <a:pt x="64294" y="96597"/>
                  <a:pt x="73893" y="111710"/>
                  <a:pt x="88895" y="118765"/>
                </a:cubicBezTo>
                <a:lnTo>
                  <a:pt x="93025" y="120707"/>
                </a:lnTo>
                <a:cubicBezTo>
                  <a:pt x="94097" y="121198"/>
                  <a:pt x="95257" y="121466"/>
                  <a:pt x="96418" y="121466"/>
                </a:cubicBezTo>
                <a:cubicBezTo>
                  <a:pt x="97579" y="121466"/>
                  <a:pt x="98762" y="121198"/>
                  <a:pt x="99812" y="120707"/>
                </a:cubicBezTo>
                <a:lnTo>
                  <a:pt x="103942" y="118765"/>
                </a:lnTo>
                <a:cubicBezTo>
                  <a:pt x="118988" y="111688"/>
                  <a:pt x="128588" y="96575"/>
                  <a:pt x="128588" y="79965"/>
                </a:cubicBezTo>
                <a:lnTo>
                  <a:pt x="128588" y="73023"/>
                </a:lnTo>
                <a:cubicBezTo>
                  <a:pt x="128588" y="69942"/>
                  <a:pt x="126623" y="67218"/>
                  <a:pt x="123698" y="66236"/>
                </a:cubicBezTo>
                <a:lnTo>
                  <a:pt x="98695" y="57909"/>
                </a:lnTo>
                <a:cubicBezTo>
                  <a:pt x="97222" y="57418"/>
                  <a:pt x="95637" y="57418"/>
                  <a:pt x="94186" y="57909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"/>
          <p:cNvSpPr/>
          <p:nvPr/>
        </p:nvSpPr>
        <p:spPr>
          <a:xfrm>
            <a:off x="4648200" y="52316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RBAC</a:t>
            </a:r>
            <a:endParaRPr b="0" i="0" sz="1600" u="none" cap="none" strike="noStrike"/>
          </a:p>
        </p:txBody>
      </p:sp>
      <p:sp>
        <p:nvSpPr>
          <p:cNvPr id="703" name="Google Shape;703;p14"/>
          <p:cNvSpPr/>
          <p:nvPr/>
        </p:nvSpPr>
        <p:spPr>
          <a:xfrm>
            <a:off x="8096250" y="4040981"/>
            <a:ext cx="3505200" cy="1543050"/>
          </a:xfrm>
          <a:custGeom>
            <a:rect b="b" l="l" r="r" t="t"/>
            <a:pathLst>
              <a:path extrusionOk="0" h="1543050" w="3505200">
                <a:moveTo>
                  <a:pt x="76196" y="0"/>
                </a:moveTo>
                <a:lnTo>
                  <a:pt x="3429004" y="0"/>
                </a:lnTo>
                <a:cubicBezTo>
                  <a:pt x="3471086" y="0"/>
                  <a:pt x="3505200" y="34114"/>
                  <a:pt x="3505200" y="76196"/>
                </a:cubicBezTo>
                <a:lnTo>
                  <a:pt x="3505200" y="1466854"/>
                </a:lnTo>
                <a:cubicBezTo>
                  <a:pt x="3505200" y="1508936"/>
                  <a:pt x="3471086" y="1543050"/>
                  <a:pt x="3429004" y="1543050"/>
                </a:cubicBezTo>
                <a:lnTo>
                  <a:pt x="76196" y="1543050"/>
                </a:lnTo>
                <a:cubicBezTo>
                  <a:pt x="34114" y="1543050"/>
                  <a:pt x="0" y="1508936"/>
                  <a:pt x="0" y="1466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91919"/>
          </a:solidFill>
          <a:ln cap="flat" cmpd="sng" w="254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4"/>
          <p:cNvSpPr/>
          <p:nvPr/>
        </p:nvSpPr>
        <p:spPr>
          <a:xfrm>
            <a:off x="8258175" y="4202906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4"/>
          <p:cNvSpPr/>
          <p:nvPr/>
        </p:nvSpPr>
        <p:spPr>
          <a:xfrm>
            <a:off x="8335268" y="4260056"/>
            <a:ext cx="314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H3</a:t>
            </a:r>
            <a:endParaRPr b="0" i="0" sz="1600" u="none" cap="none" strike="noStrike"/>
          </a:p>
        </p:txBody>
      </p:sp>
      <p:sp>
        <p:nvSpPr>
          <p:cNvPr id="706" name="Google Shape;706;p14"/>
          <p:cNvSpPr/>
          <p:nvPr/>
        </p:nvSpPr>
        <p:spPr>
          <a:xfrm>
            <a:off x="8715375" y="4202906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C4899"/>
                </a:solidFill>
                <a:latin typeface="Liter"/>
                <a:ea typeface="Liter"/>
                <a:cs typeface="Liter"/>
                <a:sym typeface="Liter"/>
              </a:rPr>
              <a:t>Lungo Termine</a:t>
            </a:r>
            <a:endParaRPr b="0" i="0" sz="1600" u="none" cap="none" strike="noStrike"/>
          </a:p>
        </p:txBody>
      </p:sp>
      <p:sp>
        <p:nvSpPr>
          <p:cNvPr id="707" name="Google Shape;707;p14"/>
          <p:cNvSpPr/>
          <p:nvPr/>
        </p:nvSpPr>
        <p:spPr>
          <a:xfrm>
            <a:off x="8715375" y="4431506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1+ anno</a:t>
            </a:r>
            <a:endParaRPr b="0" i="0" sz="1600" u="none" cap="none" strike="noStrike"/>
          </a:p>
        </p:txBody>
      </p:sp>
      <p:sp>
        <p:nvSpPr>
          <p:cNvPr id="708" name="Google Shape;708;p14"/>
          <p:cNvSpPr/>
          <p:nvPr/>
        </p:nvSpPr>
        <p:spPr>
          <a:xfrm>
            <a:off x="8286750" y="4736306"/>
            <a:ext cx="85725" cy="114300"/>
          </a:xfrm>
          <a:custGeom>
            <a:rect b="b" l="l" r="r" t="t"/>
            <a:pathLst>
              <a:path extrusionOk="0" h="114300" w="85725">
                <a:moveTo>
                  <a:pt x="3572" y="14288"/>
                </a:moveTo>
                <a:cubicBezTo>
                  <a:pt x="3572" y="6407"/>
                  <a:pt x="9979" y="0"/>
                  <a:pt x="17859" y="0"/>
                </a:cubicBezTo>
                <a:lnTo>
                  <a:pt x="67866" y="0"/>
                </a:lnTo>
                <a:cubicBezTo>
                  <a:pt x="75746" y="0"/>
                  <a:pt x="82153" y="6407"/>
                  <a:pt x="82153" y="14288"/>
                </a:cubicBezTo>
                <a:lnTo>
                  <a:pt x="82153" y="100013"/>
                </a:lnTo>
                <a:cubicBezTo>
                  <a:pt x="82153" y="107893"/>
                  <a:pt x="75746" y="114300"/>
                  <a:pt x="67866" y="114300"/>
                </a:cubicBezTo>
                <a:lnTo>
                  <a:pt x="17859" y="114300"/>
                </a:lnTo>
                <a:cubicBezTo>
                  <a:pt x="9979" y="114300"/>
                  <a:pt x="3572" y="107893"/>
                  <a:pt x="3572" y="100013"/>
                </a:cubicBezTo>
                <a:lnTo>
                  <a:pt x="3572" y="14288"/>
                </a:lnTo>
                <a:close/>
                <a:moveTo>
                  <a:pt x="17859" y="14288"/>
                </a:moveTo>
                <a:lnTo>
                  <a:pt x="17859" y="82153"/>
                </a:lnTo>
                <a:lnTo>
                  <a:pt x="67866" y="82153"/>
                </a:lnTo>
                <a:lnTo>
                  <a:pt x="67866" y="14288"/>
                </a:lnTo>
                <a:lnTo>
                  <a:pt x="17859" y="14288"/>
                </a:lnTo>
                <a:close/>
                <a:moveTo>
                  <a:pt x="42863" y="105370"/>
                </a:moveTo>
                <a:cubicBezTo>
                  <a:pt x="46814" y="105370"/>
                  <a:pt x="50006" y="102178"/>
                  <a:pt x="50006" y="98227"/>
                </a:cubicBezTo>
                <a:cubicBezTo>
                  <a:pt x="50006" y="94275"/>
                  <a:pt x="46814" y="91083"/>
                  <a:pt x="42863" y="91083"/>
                </a:cubicBezTo>
                <a:cubicBezTo>
                  <a:pt x="38911" y="91083"/>
                  <a:pt x="35719" y="94275"/>
                  <a:pt x="35719" y="98227"/>
                </a:cubicBezTo>
                <a:cubicBezTo>
                  <a:pt x="35719" y="102178"/>
                  <a:pt x="38911" y="105370"/>
                  <a:pt x="42863" y="10537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4"/>
          <p:cNvSpPr/>
          <p:nvPr/>
        </p:nvSpPr>
        <p:spPr>
          <a:xfrm>
            <a:off x="8401050" y="46982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App mobile</a:t>
            </a:r>
            <a:endParaRPr b="0" i="0" sz="1600" u="none" cap="none" strike="noStrike"/>
          </a:p>
        </p:txBody>
      </p:sp>
      <p:sp>
        <p:nvSpPr>
          <p:cNvPr id="710" name="Google Shape;710;p14"/>
          <p:cNvSpPr/>
          <p:nvPr/>
        </p:nvSpPr>
        <p:spPr>
          <a:xfrm>
            <a:off x="8279606" y="5003006"/>
            <a:ext cx="100013" cy="114300"/>
          </a:xfrm>
          <a:custGeom>
            <a:rect b="b" l="l" r="r" t="t"/>
            <a:pathLst>
              <a:path extrusionOk="0" h="114300" w="100013">
                <a:moveTo>
                  <a:pt x="75634" y="-2210"/>
                </a:moveTo>
                <a:cubicBezTo>
                  <a:pt x="78291" y="-290"/>
                  <a:pt x="79273" y="3192"/>
                  <a:pt x="78068" y="6228"/>
                </a:cubicBezTo>
                <a:lnTo>
                  <a:pt x="60566" y="50006"/>
                </a:lnTo>
                <a:lnTo>
                  <a:pt x="92869" y="50006"/>
                </a:lnTo>
                <a:cubicBezTo>
                  <a:pt x="95883" y="50006"/>
                  <a:pt x="98561" y="51881"/>
                  <a:pt x="99588" y="54717"/>
                </a:cubicBezTo>
                <a:cubicBezTo>
                  <a:pt x="100615" y="57552"/>
                  <a:pt x="99745" y="60722"/>
                  <a:pt x="97445" y="62642"/>
                </a:cubicBezTo>
                <a:lnTo>
                  <a:pt x="33151" y="116220"/>
                </a:lnTo>
                <a:cubicBezTo>
                  <a:pt x="30629" y="118318"/>
                  <a:pt x="27035" y="118430"/>
                  <a:pt x="24378" y="116510"/>
                </a:cubicBezTo>
                <a:cubicBezTo>
                  <a:pt x="21721" y="114590"/>
                  <a:pt x="20739" y="111108"/>
                  <a:pt x="21945" y="108072"/>
                </a:cubicBezTo>
                <a:lnTo>
                  <a:pt x="39447" y="64294"/>
                </a:lnTo>
                <a:lnTo>
                  <a:pt x="7144" y="64294"/>
                </a:lnTo>
                <a:cubicBezTo>
                  <a:pt x="4130" y="64294"/>
                  <a:pt x="1451" y="62419"/>
                  <a:pt x="424" y="59583"/>
                </a:cubicBezTo>
                <a:cubicBezTo>
                  <a:pt x="-603" y="56748"/>
                  <a:pt x="268" y="53578"/>
                  <a:pt x="2567" y="51658"/>
                </a:cubicBezTo>
                <a:lnTo>
                  <a:pt x="66861" y="-1920"/>
                </a:lnTo>
                <a:cubicBezTo>
                  <a:pt x="69384" y="-4018"/>
                  <a:pt x="72978" y="-4130"/>
                  <a:pt x="75634" y="-2210"/>
                </a:cubicBez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4"/>
          <p:cNvSpPr/>
          <p:nvPr/>
        </p:nvSpPr>
        <p:spPr>
          <a:xfrm>
            <a:off x="8401050" y="49649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MQTT real-time</a:t>
            </a:r>
            <a:endParaRPr b="0" i="0" sz="1600" u="none" cap="none" strike="noStrike"/>
          </a:p>
        </p:txBody>
      </p:sp>
      <p:sp>
        <p:nvSpPr>
          <p:cNvPr id="712" name="Google Shape;712;p14"/>
          <p:cNvSpPr/>
          <p:nvPr/>
        </p:nvSpPr>
        <p:spPr>
          <a:xfrm>
            <a:off x="8272463" y="5269706"/>
            <a:ext cx="114300" cy="114300"/>
          </a:xfrm>
          <a:custGeom>
            <a:rect b="b" l="l" r="r" t="t"/>
            <a:pathLst>
              <a:path extrusionOk="0" h="114300" w="114300">
                <a:moveTo>
                  <a:pt x="39291" y="5358"/>
                </a:moveTo>
                <a:cubicBezTo>
                  <a:pt x="39291" y="2389"/>
                  <a:pt x="36902" y="0"/>
                  <a:pt x="33933" y="0"/>
                </a:cubicBezTo>
                <a:cubicBezTo>
                  <a:pt x="30964" y="0"/>
                  <a:pt x="28575" y="2389"/>
                  <a:pt x="28575" y="5358"/>
                </a:cubicBezTo>
                <a:lnTo>
                  <a:pt x="28575" y="14288"/>
                </a:lnTo>
                <a:cubicBezTo>
                  <a:pt x="20695" y="14288"/>
                  <a:pt x="14288" y="20695"/>
                  <a:pt x="14288" y="28575"/>
                </a:cubicBezTo>
                <a:lnTo>
                  <a:pt x="5358" y="28575"/>
                </a:lnTo>
                <a:cubicBezTo>
                  <a:pt x="2389" y="28575"/>
                  <a:pt x="0" y="30964"/>
                  <a:pt x="0" y="33933"/>
                </a:cubicBezTo>
                <a:cubicBezTo>
                  <a:pt x="0" y="36902"/>
                  <a:pt x="2389" y="39291"/>
                  <a:pt x="5358" y="39291"/>
                </a:cubicBezTo>
                <a:lnTo>
                  <a:pt x="14288" y="39291"/>
                </a:lnTo>
                <a:lnTo>
                  <a:pt x="14288" y="51792"/>
                </a:lnTo>
                <a:lnTo>
                  <a:pt x="5358" y="51792"/>
                </a:lnTo>
                <a:cubicBezTo>
                  <a:pt x="2389" y="51792"/>
                  <a:pt x="0" y="54181"/>
                  <a:pt x="0" y="57150"/>
                </a:cubicBezTo>
                <a:cubicBezTo>
                  <a:pt x="0" y="60119"/>
                  <a:pt x="2389" y="62508"/>
                  <a:pt x="5358" y="62508"/>
                </a:cubicBezTo>
                <a:lnTo>
                  <a:pt x="14288" y="62508"/>
                </a:lnTo>
                <a:lnTo>
                  <a:pt x="14288" y="75009"/>
                </a:lnTo>
                <a:lnTo>
                  <a:pt x="5358" y="75009"/>
                </a:lnTo>
                <a:cubicBezTo>
                  <a:pt x="2389" y="75009"/>
                  <a:pt x="0" y="77398"/>
                  <a:pt x="0" y="80367"/>
                </a:cubicBezTo>
                <a:cubicBezTo>
                  <a:pt x="0" y="83336"/>
                  <a:pt x="2389" y="85725"/>
                  <a:pt x="5358" y="85725"/>
                </a:cubicBezTo>
                <a:lnTo>
                  <a:pt x="14288" y="85725"/>
                </a:lnTo>
                <a:cubicBezTo>
                  <a:pt x="14288" y="93605"/>
                  <a:pt x="20695" y="100013"/>
                  <a:pt x="28575" y="100013"/>
                </a:cubicBezTo>
                <a:lnTo>
                  <a:pt x="28575" y="108942"/>
                </a:lnTo>
                <a:cubicBezTo>
                  <a:pt x="28575" y="111911"/>
                  <a:pt x="30964" y="114300"/>
                  <a:pt x="33933" y="114300"/>
                </a:cubicBezTo>
                <a:cubicBezTo>
                  <a:pt x="36902" y="114300"/>
                  <a:pt x="39291" y="111911"/>
                  <a:pt x="39291" y="108942"/>
                </a:cubicBezTo>
                <a:lnTo>
                  <a:pt x="39291" y="100013"/>
                </a:lnTo>
                <a:lnTo>
                  <a:pt x="51792" y="100013"/>
                </a:lnTo>
                <a:lnTo>
                  <a:pt x="51792" y="108942"/>
                </a:lnTo>
                <a:cubicBezTo>
                  <a:pt x="51792" y="111911"/>
                  <a:pt x="54181" y="114300"/>
                  <a:pt x="57150" y="114300"/>
                </a:cubicBezTo>
                <a:cubicBezTo>
                  <a:pt x="60119" y="114300"/>
                  <a:pt x="62508" y="111911"/>
                  <a:pt x="62508" y="108942"/>
                </a:cubicBezTo>
                <a:lnTo>
                  <a:pt x="62508" y="100013"/>
                </a:lnTo>
                <a:lnTo>
                  <a:pt x="75009" y="100013"/>
                </a:lnTo>
                <a:lnTo>
                  <a:pt x="75009" y="108942"/>
                </a:lnTo>
                <a:cubicBezTo>
                  <a:pt x="75009" y="111911"/>
                  <a:pt x="77398" y="114300"/>
                  <a:pt x="80367" y="114300"/>
                </a:cubicBezTo>
                <a:cubicBezTo>
                  <a:pt x="83336" y="114300"/>
                  <a:pt x="85725" y="111911"/>
                  <a:pt x="85725" y="108942"/>
                </a:cubicBezTo>
                <a:lnTo>
                  <a:pt x="85725" y="100013"/>
                </a:lnTo>
                <a:cubicBezTo>
                  <a:pt x="93605" y="100013"/>
                  <a:pt x="100013" y="93605"/>
                  <a:pt x="100013" y="85725"/>
                </a:cubicBezTo>
                <a:lnTo>
                  <a:pt x="108942" y="85725"/>
                </a:lnTo>
                <a:cubicBezTo>
                  <a:pt x="111911" y="85725"/>
                  <a:pt x="114300" y="83336"/>
                  <a:pt x="114300" y="80367"/>
                </a:cubicBezTo>
                <a:cubicBezTo>
                  <a:pt x="114300" y="77398"/>
                  <a:pt x="111911" y="75009"/>
                  <a:pt x="108942" y="75009"/>
                </a:cubicBezTo>
                <a:lnTo>
                  <a:pt x="100013" y="75009"/>
                </a:lnTo>
                <a:lnTo>
                  <a:pt x="100013" y="62508"/>
                </a:lnTo>
                <a:lnTo>
                  <a:pt x="108942" y="62508"/>
                </a:lnTo>
                <a:cubicBezTo>
                  <a:pt x="111911" y="62508"/>
                  <a:pt x="114300" y="60119"/>
                  <a:pt x="114300" y="57150"/>
                </a:cubicBezTo>
                <a:cubicBezTo>
                  <a:pt x="114300" y="54181"/>
                  <a:pt x="111911" y="51792"/>
                  <a:pt x="108942" y="51792"/>
                </a:cubicBezTo>
                <a:lnTo>
                  <a:pt x="100013" y="51792"/>
                </a:lnTo>
                <a:lnTo>
                  <a:pt x="100013" y="39291"/>
                </a:lnTo>
                <a:lnTo>
                  <a:pt x="108942" y="39291"/>
                </a:lnTo>
                <a:cubicBezTo>
                  <a:pt x="111911" y="39291"/>
                  <a:pt x="114300" y="36902"/>
                  <a:pt x="114300" y="33933"/>
                </a:cubicBezTo>
                <a:cubicBezTo>
                  <a:pt x="114300" y="30964"/>
                  <a:pt x="111911" y="28575"/>
                  <a:pt x="108942" y="28575"/>
                </a:cubicBezTo>
                <a:lnTo>
                  <a:pt x="100013" y="28575"/>
                </a:lnTo>
                <a:cubicBezTo>
                  <a:pt x="100013" y="20695"/>
                  <a:pt x="93605" y="14288"/>
                  <a:pt x="85725" y="14288"/>
                </a:cubicBezTo>
                <a:lnTo>
                  <a:pt x="85725" y="5358"/>
                </a:lnTo>
                <a:cubicBezTo>
                  <a:pt x="85725" y="2389"/>
                  <a:pt x="83336" y="0"/>
                  <a:pt x="80367" y="0"/>
                </a:cubicBezTo>
                <a:cubicBezTo>
                  <a:pt x="77398" y="0"/>
                  <a:pt x="75009" y="2389"/>
                  <a:pt x="75009" y="5358"/>
                </a:cubicBezTo>
                <a:lnTo>
                  <a:pt x="75009" y="14288"/>
                </a:lnTo>
                <a:lnTo>
                  <a:pt x="62508" y="14288"/>
                </a:lnTo>
                <a:lnTo>
                  <a:pt x="62508" y="5358"/>
                </a:lnTo>
                <a:cubicBezTo>
                  <a:pt x="62508" y="2389"/>
                  <a:pt x="60119" y="0"/>
                  <a:pt x="57150" y="0"/>
                </a:cubicBezTo>
                <a:cubicBezTo>
                  <a:pt x="54181" y="0"/>
                  <a:pt x="51792" y="2389"/>
                  <a:pt x="51792" y="5358"/>
                </a:cubicBezTo>
                <a:lnTo>
                  <a:pt x="51792" y="14288"/>
                </a:lnTo>
                <a:lnTo>
                  <a:pt x="39291" y="14288"/>
                </a:lnTo>
                <a:lnTo>
                  <a:pt x="39291" y="5358"/>
                </a:lnTo>
                <a:close/>
                <a:moveTo>
                  <a:pt x="35719" y="28575"/>
                </a:moveTo>
                <a:lnTo>
                  <a:pt x="78581" y="28575"/>
                </a:lnTo>
                <a:cubicBezTo>
                  <a:pt x="82533" y="28575"/>
                  <a:pt x="85725" y="31767"/>
                  <a:pt x="85725" y="35719"/>
                </a:cubicBezTo>
                <a:lnTo>
                  <a:pt x="85725" y="78581"/>
                </a:lnTo>
                <a:cubicBezTo>
                  <a:pt x="85725" y="82533"/>
                  <a:pt x="82533" y="85725"/>
                  <a:pt x="78581" y="85725"/>
                </a:cubicBezTo>
                <a:lnTo>
                  <a:pt x="35719" y="85725"/>
                </a:lnTo>
                <a:cubicBezTo>
                  <a:pt x="31767" y="85725"/>
                  <a:pt x="28575" y="82533"/>
                  <a:pt x="28575" y="78581"/>
                </a:cubicBezTo>
                <a:lnTo>
                  <a:pt x="28575" y="35719"/>
                </a:lnTo>
                <a:cubicBezTo>
                  <a:pt x="28575" y="31767"/>
                  <a:pt x="31767" y="28575"/>
                  <a:pt x="35719" y="28575"/>
                </a:cubicBezTo>
                <a:close/>
                <a:moveTo>
                  <a:pt x="39291" y="39291"/>
                </a:moveTo>
                <a:lnTo>
                  <a:pt x="39291" y="75009"/>
                </a:lnTo>
                <a:lnTo>
                  <a:pt x="75009" y="75009"/>
                </a:lnTo>
                <a:lnTo>
                  <a:pt x="75009" y="39291"/>
                </a:lnTo>
                <a:lnTo>
                  <a:pt x="39291" y="39291"/>
                </a:ln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4"/>
          <p:cNvSpPr/>
          <p:nvPr/>
        </p:nvSpPr>
        <p:spPr>
          <a:xfrm>
            <a:off x="8401050" y="5231606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7D7D7"/>
                </a:solidFill>
              </a:rPr>
              <a:t>Assistente AI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static.vecteezy.com/system/resources/previews/066/551/944/non_2x/abstract-technology-circuit-board-blue-innovation-concept-on-dark-background-vector.jpg" id="719" name="Google Shape;719;p15"/>
          <p:cNvPicPr preferRelativeResize="0"/>
          <p:nvPr/>
        </p:nvPicPr>
        <p:blipFill rotWithShape="1">
          <a:blip r:embed="rId3">
            <a:alphaModFix amt="15000"/>
          </a:blip>
          <a:srcRect b="6" l="0" r="0" t="6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720" name="Google Shape;720;p1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90196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721" name="Google Shape;721;p15"/>
          <p:cNvSpPr/>
          <p:nvPr/>
        </p:nvSpPr>
        <p:spPr>
          <a:xfrm>
            <a:off x="5344567" y="2066925"/>
            <a:ext cx="1504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Grazie</a:t>
            </a:r>
            <a:endParaRPr b="0" i="0" sz="1600" u="none" cap="none" strike="noStrike"/>
          </a:p>
        </p:txBody>
      </p:sp>
      <p:sp>
        <p:nvSpPr>
          <p:cNvPr id="722" name="Google Shape;722;p15"/>
          <p:cNvSpPr/>
          <p:nvPr/>
        </p:nvSpPr>
        <p:spPr>
          <a:xfrm>
            <a:off x="5206157" y="2676525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HomeHero è live</a:t>
            </a:r>
            <a:endParaRPr b="0" i="0" sz="1600" u="none" cap="none" strike="noStrike"/>
          </a:p>
        </p:txBody>
      </p:sp>
      <p:sp>
        <p:nvSpPr>
          <p:cNvPr id="723" name="Google Shape;723;p15"/>
          <p:cNvSpPr/>
          <p:nvPr/>
        </p:nvSpPr>
        <p:spPr>
          <a:xfrm>
            <a:off x="3156496" y="3367088"/>
            <a:ext cx="2819400" cy="885825"/>
          </a:xfrm>
          <a:custGeom>
            <a:rect b="b" l="l" r="r" t="t"/>
            <a:pathLst>
              <a:path extrusionOk="0" h="885825" w="2819400">
                <a:moveTo>
                  <a:pt x="114298" y="0"/>
                </a:moveTo>
                <a:lnTo>
                  <a:pt x="2705102" y="0"/>
                </a:lnTo>
                <a:cubicBezTo>
                  <a:pt x="2768185" y="0"/>
                  <a:pt x="2819400" y="51215"/>
                  <a:pt x="2819400" y="114298"/>
                </a:cubicBezTo>
                <a:lnTo>
                  <a:pt x="2819400" y="771527"/>
                </a:lnTo>
                <a:cubicBezTo>
                  <a:pt x="2819400" y="834610"/>
                  <a:pt x="2768185" y="885825"/>
                  <a:pt x="27051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"/>
          <p:cNvSpPr/>
          <p:nvPr/>
        </p:nvSpPr>
        <p:spPr>
          <a:xfrm>
            <a:off x="3387477" y="3562350"/>
            <a:ext cx="166688" cy="190500"/>
          </a:xfrm>
          <a:custGeom>
            <a:rect b="b" l="l" r="r" t="t"/>
            <a:pathLst>
              <a:path extrusionOk="0" h="190500" w="166688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5"/>
          <p:cNvSpPr/>
          <p:nvPr/>
        </p:nvSpPr>
        <p:spPr>
          <a:xfrm>
            <a:off x="3670846" y="3562350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URL API</a:t>
            </a:r>
            <a:endParaRPr b="0" i="0" sz="1600" u="none" cap="none" strike="noStrike"/>
          </a:p>
        </p:txBody>
      </p:sp>
      <p:sp>
        <p:nvSpPr>
          <p:cNvPr id="726" name="Google Shape;726;p15"/>
          <p:cNvSpPr/>
          <p:nvPr/>
        </p:nvSpPr>
        <p:spPr>
          <a:xfrm>
            <a:off x="3523059" y="3848100"/>
            <a:ext cx="2087166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hhero.up.railway.app/api</a:t>
            </a:r>
            <a:endParaRPr b="0" i="0" sz="1600" u="none" cap="none" strike="noStrike"/>
          </a:p>
        </p:txBody>
      </p:sp>
      <p:sp>
        <p:nvSpPr>
          <p:cNvPr id="727" name="Google Shape;727;p15"/>
          <p:cNvSpPr/>
          <p:nvPr/>
        </p:nvSpPr>
        <p:spPr>
          <a:xfrm>
            <a:off x="6215063" y="3367088"/>
            <a:ext cx="2819400" cy="885825"/>
          </a:xfrm>
          <a:custGeom>
            <a:rect b="b" l="l" r="r" t="t"/>
            <a:pathLst>
              <a:path extrusionOk="0" h="885825" w="2819400">
                <a:moveTo>
                  <a:pt x="114298" y="0"/>
                </a:moveTo>
                <a:lnTo>
                  <a:pt x="2705102" y="0"/>
                </a:lnTo>
                <a:cubicBezTo>
                  <a:pt x="2768185" y="0"/>
                  <a:pt x="2819400" y="51215"/>
                  <a:pt x="2819400" y="114298"/>
                </a:cubicBezTo>
                <a:lnTo>
                  <a:pt x="2819400" y="771527"/>
                </a:lnTo>
                <a:cubicBezTo>
                  <a:pt x="2819400" y="834610"/>
                  <a:pt x="2768185" y="885825"/>
                  <a:pt x="27051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5"/>
          <p:cNvSpPr/>
          <p:nvPr/>
        </p:nvSpPr>
        <p:spPr>
          <a:xfrm>
            <a:off x="6434138" y="35623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5"/>
          <p:cNvSpPr/>
          <p:nvPr/>
        </p:nvSpPr>
        <p:spPr>
          <a:xfrm>
            <a:off x="6729413" y="35623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URL Dashboard</a:t>
            </a:r>
            <a:endParaRPr b="0" i="0" sz="1600" u="none" cap="none" strike="noStrike"/>
          </a:p>
        </p:txBody>
      </p:sp>
      <p:sp>
        <p:nvSpPr>
          <p:cNvPr id="730" name="Google Shape;730;p15"/>
          <p:cNvSpPr/>
          <p:nvPr/>
        </p:nvSpPr>
        <p:spPr>
          <a:xfrm>
            <a:off x="6872226" y="3843338"/>
            <a:ext cx="1505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C4899"/>
                </a:solidFill>
              </a:rPr>
              <a:t>hohero.netlify.app</a:t>
            </a:r>
            <a:endParaRPr b="0" i="0" sz="1600" u="none" cap="none" strike="noStrike"/>
          </a:p>
        </p:txBody>
      </p:sp>
      <p:sp>
        <p:nvSpPr>
          <p:cNvPr id="731" name="Google Shape;731;p15"/>
          <p:cNvSpPr/>
          <p:nvPr/>
        </p:nvSpPr>
        <p:spPr>
          <a:xfrm>
            <a:off x="3156496" y="4491038"/>
            <a:ext cx="2819400" cy="885825"/>
          </a:xfrm>
          <a:custGeom>
            <a:rect b="b" l="l" r="r" t="t"/>
            <a:pathLst>
              <a:path extrusionOk="0" h="885825" w="2819400">
                <a:moveTo>
                  <a:pt x="114298" y="0"/>
                </a:moveTo>
                <a:lnTo>
                  <a:pt x="2705102" y="0"/>
                </a:lnTo>
                <a:cubicBezTo>
                  <a:pt x="2768185" y="0"/>
                  <a:pt x="2819400" y="51215"/>
                  <a:pt x="2819400" y="114298"/>
                </a:cubicBezTo>
                <a:lnTo>
                  <a:pt x="2819400" y="771527"/>
                </a:lnTo>
                <a:cubicBezTo>
                  <a:pt x="2819400" y="834610"/>
                  <a:pt x="2768185" y="885825"/>
                  <a:pt x="27051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5"/>
          <p:cNvSpPr/>
          <p:nvPr/>
        </p:nvSpPr>
        <p:spPr>
          <a:xfrm>
            <a:off x="3375571" y="4592125"/>
            <a:ext cx="190500" cy="190500"/>
          </a:xfrm>
          <a:custGeom>
            <a:rect b="b" l="l" r="r" t="t"/>
            <a:pathLst>
              <a:path extrusionOk="0" h="190500" w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5"/>
          <p:cNvSpPr/>
          <p:nvPr/>
        </p:nvSpPr>
        <p:spPr>
          <a:xfrm>
            <a:off x="3670846" y="4592125"/>
            <a:ext cx="7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Repository</a:t>
            </a:r>
            <a:endParaRPr b="0" i="0" sz="1600" u="none" cap="none" strike="noStrike"/>
          </a:p>
        </p:txBody>
      </p:sp>
      <p:sp>
        <p:nvSpPr>
          <p:cNvPr id="734" name="Google Shape;734;p15"/>
          <p:cNvSpPr/>
          <p:nvPr/>
        </p:nvSpPr>
        <p:spPr>
          <a:xfrm>
            <a:off x="3313583" y="5007775"/>
            <a:ext cx="2506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github.com/xxRelaXxx/HomeHero</a:t>
            </a:r>
            <a:endParaRPr sz="1200">
              <a:solidFill>
                <a:srgbClr val="EFEFEF"/>
              </a:solidFill>
            </a:endParaRPr>
          </a:p>
        </p:txBody>
      </p:sp>
      <p:sp>
        <p:nvSpPr>
          <p:cNvPr id="735" name="Google Shape;735;p15"/>
          <p:cNvSpPr/>
          <p:nvPr/>
        </p:nvSpPr>
        <p:spPr>
          <a:xfrm>
            <a:off x="6215063" y="4491038"/>
            <a:ext cx="2819400" cy="885825"/>
          </a:xfrm>
          <a:custGeom>
            <a:rect b="b" l="l" r="r" t="t"/>
            <a:pathLst>
              <a:path extrusionOk="0" h="885825" w="2819400">
                <a:moveTo>
                  <a:pt x="114298" y="0"/>
                </a:moveTo>
                <a:lnTo>
                  <a:pt x="2705102" y="0"/>
                </a:lnTo>
                <a:cubicBezTo>
                  <a:pt x="2768185" y="0"/>
                  <a:pt x="2819400" y="51215"/>
                  <a:pt x="2819400" y="114298"/>
                </a:cubicBezTo>
                <a:lnTo>
                  <a:pt x="2819400" y="771527"/>
                </a:lnTo>
                <a:cubicBezTo>
                  <a:pt x="2819400" y="834610"/>
                  <a:pt x="2768185" y="885825"/>
                  <a:pt x="27051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5"/>
          <p:cNvSpPr/>
          <p:nvPr/>
        </p:nvSpPr>
        <p:spPr>
          <a:xfrm>
            <a:off x="6446044" y="4686300"/>
            <a:ext cx="166688" cy="190500"/>
          </a:xfrm>
          <a:custGeom>
            <a:rect b="b" l="l" r="r" t="t"/>
            <a:pathLst>
              <a:path extrusionOk="0" h="190500" w="166688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5"/>
          <p:cNvSpPr/>
          <p:nvPr/>
        </p:nvSpPr>
        <p:spPr>
          <a:xfrm>
            <a:off x="6729413" y="4686300"/>
            <a:ext cx="1057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Documentazione</a:t>
            </a:r>
            <a:endParaRPr b="0" i="0" sz="1600" u="none" cap="none" strike="noStrike"/>
          </a:p>
        </p:txBody>
      </p:sp>
      <p:sp>
        <p:nvSpPr>
          <p:cNvPr id="738" name="Google Shape;738;p15"/>
          <p:cNvSpPr/>
          <p:nvPr/>
        </p:nvSpPr>
        <p:spPr>
          <a:xfrm>
            <a:off x="6707386" y="4972050"/>
            <a:ext cx="183579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C55E"/>
                </a:solidFill>
              </a:rPr>
              <a:t>ENG</a:t>
            </a:r>
            <a:r>
              <a:rPr b="0" i="0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en-US" sz="1200">
                <a:solidFill>
                  <a:srgbClr val="22C55E"/>
                </a:solidFill>
              </a:rPr>
              <a:t>ITA</a:t>
            </a:r>
            <a:endParaRPr b="0" i="0" sz="1600" u="none" cap="none" strike="noStrike"/>
          </a:p>
        </p:txBody>
      </p:sp>
      <p:sp>
        <p:nvSpPr>
          <p:cNvPr id="739" name="Google Shape;739;p15"/>
          <p:cNvSpPr/>
          <p:nvPr/>
        </p:nvSpPr>
        <p:spPr>
          <a:xfrm>
            <a:off x="5015061" y="5767388"/>
            <a:ext cx="2162175" cy="619125"/>
          </a:xfrm>
          <a:custGeom>
            <a:rect b="b" l="l" r="r" t="t"/>
            <a:pathLst>
              <a:path extrusionOk="0" h="619125" w="2162175">
                <a:moveTo>
                  <a:pt x="309563" y="0"/>
                </a:moveTo>
                <a:lnTo>
                  <a:pt x="1852612" y="0"/>
                </a:lnTo>
                <a:cubicBezTo>
                  <a:pt x="2023465" y="0"/>
                  <a:pt x="2162175" y="138710"/>
                  <a:pt x="2162175" y="309563"/>
                </a:cubicBezTo>
                <a:lnTo>
                  <a:pt x="2162175" y="309563"/>
                </a:lnTo>
                <a:cubicBezTo>
                  <a:pt x="2162175" y="480415"/>
                  <a:pt x="2023465" y="619125"/>
                  <a:pt x="1852612" y="619125"/>
                </a:cubicBezTo>
                <a:lnTo>
                  <a:pt x="309563" y="619125"/>
                </a:lnTo>
                <a:cubicBezTo>
                  <a:pt x="138710" y="619125"/>
                  <a:pt x="0" y="480415"/>
                  <a:pt x="0" y="309563"/>
                </a:cubicBezTo>
                <a:lnTo>
                  <a:pt x="0" y="309563"/>
                </a:lnTo>
                <a:cubicBezTo>
                  <a:pt x="0" y="138710"/>
                  <a:pt x="138710" y="0"/>
                  <a:pt x="30956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5"/>
          <p:cNvSpPr/>
          <p:nvPr/>
        </p:nvSpPr>
        <p:spPr>
          <a:xfrm>
            <a:off x="5338911" y="5943600"/>
            <a:ext cx="257175" cy="228600"/>
          </a:xfrm>
          <a:custGeom>
            <a:rect b="b" l="l" r="r" t="t"/>
            <a:pathLst>
              <a:path extrusionOk="0" h="228600" w="257175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5"/>
          <p:cNvSpPr/>
          <p:nvPr/>
        </p:nvSpPr>
        <p:spPr>
          <a:xfrm>
            <a:off x="5638949" y="5924550"/>
            <a:ext cx="128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Domande?</a:t>
            </a:r>
            <a:endParaRPr b="0" i="0" sz="1600" u="none" cap="none" strike="noStrike"/>
          </a:p>
        </p:txBody>
      </p:sp>
      <p:pic>
        <p:nvPicPr>
          <p:cNvPr id="742" name="Google Shape;742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670200" y="5123887"/>
            <a:ext cx="1600729" cy="17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15"/>
          <p:cNvSpPr/>
          <p:nvPr/>
        </p:nvSpPr>
        <p:spPr>
          <a:xfrm>
            <a:off x="5205450" y="392650"/>
            <a:ext cx="1781100" cy="1560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6978" y="590326"/>
            <a:ext cx="1020150" cy="110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600725" y="3273662"/>
            <a:ext cx="1600729" cy="17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600725" y="1478387"/>
            <a:ext cx="1600729" cy="17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600725" y="-373313"/>
            <a:ext cx="1600729" cy="17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3475" y="5310550"/>
            <a:ext cx="1600729" cy="17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62950" y="3460325"/>
            <a:ext cx="1600729" cy="17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62950" y="1665050"/>
            <a:ext cx="1600729" cy="17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15" title="homeher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62950" y="-186650"/>
            <a:ext cx="1600729" cy="17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2026-03-24T15:41:03Z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{"Label":"HomeHero — Stazione di Monitoraggio Ambientale Intelligente","ContentProducer":"001191110108MACG2KBH8F10000","ProduceID":"19d207b6-68f2-8b80-8000-0000786a83be","ReservedCode1":"","ContentPropagator":"001191110108MACG2KBH8F20000","PropagateID":"19d207b6-68f2-8b80-8000-0000786a83be","ReservedCode2":""}</vt:lpwstr>
  </property>
</Properties>
</file>